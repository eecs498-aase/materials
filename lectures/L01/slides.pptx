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Energy up. Today is Day 1.
The arc of the lecture: orient → land the philosophy → discussion → then (and only then)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one. Just the word. Let them actually do it — wait for it.
Embodied cognition: posture and expression move cognitive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Beat two, appended. Now the reason.
Neighbor affirmation: turn and tell them. Then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arc. Note: tool comes LAST. We earn the tool by talking principles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arc. Note: tool comes LAST. We earn the tool by talking principles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arc. Note: tool comes LAST. We earn the tool by talking principles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arc. Note: tool comes LAST. We earn the tool by talking principles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arc. Note: tool comes LAST. We earn the tool by talking principles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arc. Note: tool comes LAST. We earn the tool by talking principles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arc. Note: tool comes LAST. We earn the tool by talking principles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arc. Note: tool comes LAST. We earn the tool by talking principles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Now that we've named our presence, here's the 15-week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in amber: it's the destination, the "moment" of the slide.
Say the line out loud: it is all ONE repository, weeks 1 to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Brisk. The syllabus carries detail; this is the map. But slow down on
integrity and on the hackathon evenings.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recording line plainly, don't bury it. Ed is the one they must
actually check — the podcast announcement is already up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 hours start this week; confirmed times and rooms go up on 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framing matters: it kills the "did I pass" anxiety and makes
running it early the obvious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evening commitment now. Someone in this room has a job or a
kid and needs three weeks of warning, not three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Costs gets the serif emphasis: it's the promise that makes the local
model policy fair, and it's why nobody needs a subscription.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of the day. Slow down.
AI use is required here, not tolerated. What's graded is understanding:
explain any line you hand in, document tools/models/prompts. If you
can't explain it, it isn't yours — and that's an Honor Code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Before we go further into our plan, situate where we are in the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Autocomplete predates wave 1 — Kite, TabNine — but Copilot is where it
became load-bearing, so that is where the clock starts.
Most students entered at Wave 3. We're heading to Wave 4 by December.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Autocomplete predates wave 1 — Kite, TabNine — but Copilot is where it
became load-bearing, so that is where the clock starts.
Most students entered at Wave 3. We're heading to Wave 4 by December.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Autocomplete predates wave 1 — Kite, TabNine — but Copilot is where it
became load-bearing, so that is where the clock starts.
Most students entered at Wave 3. We're heading to Wave 4 by December.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Autocomplete predates wave 1 — Kite, TabNine — but Copilot is where it
became load-bearing, so that is where the clock starts.
Most students entered at Wave 3. We're heading to Wave 4 by December.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Autocomplete predates wave 1 — Kite, TabNine — but Copilot is where it
became load-bearing, so that is where the clock starts.
Most students entered at Wave 3. We're heading to Wave 4 by December.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moment. AI did not replace programmers. A new category of workflow emerged.
The developers who learned to work WITH AI became dramatically more productive.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Pause. Connect this to your own experience before we layer on the philosophy.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Hold whatever you just discussed with your neighbor. Here's the mental model that reframes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philosophical shift. Same engineer, different time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the networking protocol. KISS in this course = clarity beats verbosity.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 only — switch to the browser tab holding the activity.
Set it live, read the question and all four options aloud, give it ~60s,
show results, then come back to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almost always produces better results. The model infers the rest.
Adding caveats compounds ambiguity; it doesn't resolve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We've named the principle. Two questions to pressure-test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→ CS fundamentals still matter; you evaluate the output.
Q2 → learning, security-critical, deep maintenance.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→ CS fundamentals still matter; you evaluate the output.
Q2 → learning, security-critical, deep maintenance.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→ CS fundamentals still matter; you evaluate the output.
Q2 → learning, security-critical, deep maintenance.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We've talked principles. NOW the tool — and only because principles came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reason 2 hard: your model is a line of config, not a dependency.
That is why this course costs nothing to take.
Claude Code arrives in L05 as a DEMO. No account needed. Say it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reason 2 hard: your model is a line of config, not a dependency.
That is why this course costs nothing to take.
Claude Code arrives in L05 as a DEMO. No account needed. Say it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reason 2 hard: your model is a line of config, not a dependency.
That is why this course costs nothing to take.
Claude Code arrives in L05 as a DEMO. No account needed. Say it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reason 2 hard: your model is a line of config, not a dependency.
That is why this course costs nothing to take.
Claude Code arrives in L05 as a DEMO. No account needed. Say it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A few minutes — not a tutorial — of what AI pair-coding actually feels like.
Setup was the Setup Lab; the commands are `aider-practice`. Today, just feel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the collaboration shape. Not the commands — the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Setup is on you. Here's exactly how the week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durable thing is the framework. Tools come and go. Claude Code and
Codex are already the successors; say so if it comes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L01: Course intro + the AI coding landscape</dc:title>
  <dc:subject>EECS 498 AASE — Lecture 01
Applied Agentic Software Engineering, UMich Fall 2026
</dc:subject>
  <dc:creator/>
  <cp:lastModifiedBy/>
  <cp:revision>1</cp:revision>
  <dcterms:created xsi:type="dcterms:W3CDTF">2026-09-13T20:17:14Z</dcterms:created>
  <dcterms:modified xsi:type="dcterms:W3CDTF">2026-09-13T20:17:14Z</dcterms:modified>
</cp:coreProperties>
</file>