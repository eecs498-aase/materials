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L02 = mechanics. L03 = framework on top.
This is the lecture they'll use the rest of their careers.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of hands, three times. All three failures are common and none of
them are the student's fault. Take names for office hours rather than
debugging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L02 gave them tokenization, the context window, hallucination, capability
against knowledge. That was the mechanics. This is the framework on top.
Three choices in every session. Get one wrong and no amount of effort in
the other two saves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all three here, one at a time, before the bullseye lands.
Context: files, history, repo map, system prompt. Finite.
Model: a line of configuration, not a vendor loyalty.
Prompt: judged by consistency of output, not cleverness of phrasing.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in the air first, then let the slide confirm it. Three circles,
target at the intersection.
Walk the three near-misses in order and ask which one they think is most
common before you say it. Zone 1 is the demo at 1:00, so name it now and
they will recognise it when it happens.
Zones 2 and 3 are the honest ones: a weak model and a vague prompt both
produce output that looks like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punchline of the diagram they just read. Say it flat, then move.
Effort in the other two levers does not buy back the one you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of the lecture. When something comes back wrong, ask these
three in order before you touch anything.
Most students blame the model. It is statistically the least common cause.
Usually it is context.
Tell them now that they will use this in Lab01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lever they control most directly, and the one that causes the most
trouble. Most of the next twenty minutes lives here.
In a few weeks they implement this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files are the only files the model can edit. Say that twice.
The repo map is an auto-generated summary, not a substitute for adding the
file.
Chat history accumulates until /clear. That is the second pitfall, two
slides from now.
The system prompt is Aider's own, and the default is fine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files are the only files the model can edit. Say that twice.
The repo map is an auto-generated summary, not a substitute for adding the
file.
Chat history accumulates until /clear. That is the second pitfall, two
slides from now.
The system prompt is Aider's own, and the default is fine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files are the only files the model can edit. Say that twice.
The repo map is an auto-generated summary, not a substitute for adding the
file.
Chat history accumulates until /clear. That is the second pitfall, two
slides from now.
The system prompt is Aider's own, and the default is fine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files are the only files the model can edit. Say that twice.
The repo map is an auto-generated summary, not a substitute for adding the
file.
Chat history accumulates until /clear. That is the second pitfall, two
slides from now.
The system prompt is Aider's own, and the default is fine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files are the only files the model can edit. Say that twice.
The repo map is an auto-generated summary, not a substitute for adding the
file.
Chat history accumulates until /clear. That is the second pitfall, two
slides from now.
The system prompt is Aider's own, and the default is fine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wrong instinct. aider **/*.py looks helpful,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asked before every task, not once at the start of a
session.
Only the first card can be edited at all. The second is what the model has
to read to get the first right.
Reference is usually where the repo map is already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Broken down by source, which is what makes it a diagnostic and not a
counter. When the repo map or the history is the biggest line, that is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context is the most common failure in this course. The model edits
what is in context, so a file that was never added cannot be fixed. Aider
offers to add it and taking the offer saves you. Decline it, or use a tool
that does not ask, and one file gets updated alone: a partial change that
looks finished.
History bleed is subtler. Ten minutes on task A, start task B, and those
messages are still sitting there carrying assumptions. /clear resets the
conversation and keeps the files.
This sets up the break. Do not answer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Prompt is the chat_break field in overview.md.
There is no single right answer, and that is the point: the habit being
built is treating context as a design decision, not setup. Push for
strategies, not file lists. Two or three out loud,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is what you feed the model. This is the other half of the same
decision.
Ten minutes here, then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and size track reasoning ability. Smarter tends to be bigger, which
on their own hardware means slower and hungrier for RAM rather than more
expensive in dollars. The tradeoff does not disappear when the bill does.
Some models do 128K, some do 1M, and L02 already told them bigger is not
automatically better. Needle in a haystack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and size track reasoning ability. Smarter tends to be bigger, which
on their own hardware means slower and hungrier for RAM rather than more
expensive in dollars. The tradeoff does not disappear when the bill does.
Some models do 128K, some do 1M, and L02 already told them bigger is not
automatically better. Needle in a haystack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and size track reasoning ability. Smarter tends to be bigger, which
on their own hardware means slower and hungrier for RAM rather than more
expensive in dollars. The tradeoff does not disappear when the bill does.
Some models do 128K, some do 1M, and L02 already told them bigger is not
automatically better. Needle in a haystack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and size track reasoning ability. Smarter tends to be bigger, which
on their own hardware means slower and hungrier for RAM rather than more
expensive in dollars. The tradeoff does not disappear when the bill does.
Some models do 128K, some do 1M, and L02 already told them bigger is not
automatically better. Needle in a haystack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and size track reasoning ability. Smarter tends to be bigger, which
on their own hardware means slower and hungrier for RAM rather than more
expensive in dollars. The tradeoff does not disappear when the bill does.
Some models do 128K, some do 1M, and L02 already told them bigger is not
automatically better. Needle in a haystack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task, not per term. That is the whole slide.
The leaderboard is worth knowing, and it is a proxy for their task rather
than a substitute for running their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that this is the opposite of what they'd do at work.
Crossover is around lesson 6, the first real refactor, for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lever, and the shortest section, because L04 is the whole lecture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Prompts have two parts. The instruction is what you want done. The intent
is the reason you want it done that way. Leave the intent out and the model
fills it from training-data priors, a guess you never got to see.
The line this slide rests on: specification closes decisions, intent steers
the ones you left open. That is why one is a band and the other is an
arrow. Say it before you explain the arrow.
Then pre-empt the misread: the arrow is not telling them to be vaguer, it
is telling them the target gets wider on that end when you say why. Intent
extends the left edge and does nothing to the right edge, because it cannot
rescue you from having already written the code yourself.
Aim for the interface: name the file, the function, the signature, the call
site, and stop. You own the seam, the model writes the body.
Required, not optional: the arrow has a length and its length is model
capability. On the 4B it is short. A paragraph of why can bury the one
sentence of what, which is L02's needle in a haystack aimed at their own
prompt. Keep intent to a clause this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vague one sets a direction and leaves every specific decision to the
model. It is not wrong, it is unpredictable, and unpredictable is the
problem.
The specific one is longer to write and faster to use. Predictability is
the goal, not brevity.
L04 formalizes this as an IDK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outcome, not implementation. But "what" has to be specific enough
to succeed.
Sharper now that they have the spectrum: specify down to the interface and
stop there. "What &gt; How" is not "be vague and the AI will figure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recap before the demo. Each lever is one of last lecture's mechanics
with a handle on it.
Land this: every piece of prompting advice they will ever read reduces to
one of these three. "Add the file" exploits the window. "Be specific"
exploits the priors.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we've named the framework and taken each lever apart.
Now watch it decide an actual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files. arg_parse.py owns every command-line flag, main.py owns the
counting and the printing. Say that out loud before you start, because the
whole demo turns on it.
Step 2 is the moment: it proposes a rewrite of a file it has never read,
and what is on screen is a diff, so the minus lines are a line-by-line
inventory of what it got wrong. Point at -default=DEFAULT_TOP_N against
+default=10.
Two prompts to decline there, not one. The second one defaults to Yes, and
taking the default writes the invented file to disk and loses the demo.
Step 4 is the lecture in one sentence: same model, same prompt, one more
file.
Step 6 drops and re-adds on purpose. Without it all five files are still in
context and the 4B cannot reproduce the failure. Same mistake, faster: the
failure was never the model.
If a step misbehaves, say the sentence and move on. The model can only
change files that are in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rhetorical. Ask them to actually answer these before Lab01.
Question 2 is the one most of them get wrong: worse, not merely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concrete payoff: /add and /drop are one of the seven features they
implement in weeks 3 and 4. Pulling a file into context is another, and
the trimming behind multi-turn history is a third.
They are drilling this week the exact behaviour they will have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Friday is the gate and all sixteen lessons, both.
They are not building yet. The build starts after Lab01 and the spec is
graded with it.
Thursday is Spec-Driven Coding: plan equals prompt, the artifact that makes
"be concrete" reproducible at scale, and the last technique before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Friday is the gate and all sixteen lessons, both.
They are not building yet. The build starts after Lab01 and the spec is
graded with it.
Thursday is Spec-Driven Coding: plan equals prompt, the artifact that makes
"be concrete" reproducible at scale, and the last technique before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Friday is the gate and all sixteen lessons, both.
They are not building yet. The build starts after Lab01 and the spec is
graded with it.
Thursday is Spec-Driven Coding: plan equals prompt, the artifact that makes
"be concrete" reproducible at scale, and the last technique before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Friday is the gate and all sixteen lessons, both.
They are not building yet. The build starts after Lab01 and the spec is
graded with it.
Thursday is Spec-Driven Coding: plan equals prompt, the artifact that makes
"be concrete" reproducible at scale, and the last technique before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Friday is the gate and all sixteen lessons, both.
They are not building yet. The build starts after Lab01 and the spec is
graded with it.
Thursday is Spec-Driven Coding: plan equals prompt, the artifact that makes
"be concrete" reproducible at scale, and the last technique before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L03: The Big Three: Context, Model, Prompt</dc:title>
  <dc:subject>EECS 498 AASE — Lecture 03
Applied Agentic Software Engineering, UMich Fall 2026
</dc:subject>
  <dc:creator/>
  <cp:lastModifiedBy/>
  <cp:revision>1</cp:revision>
  <dcterms:created xsi:type="dcterms:W3CDTF">2026-09-08T18:24:08Z</dcterms:created>
  <dcterms:modified xsi:type="dcterms:W3CDTF">2026-09-08T18:24:08Z</dcterms:modified>
</cp:coreProperties>
</file>