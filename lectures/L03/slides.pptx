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 = mechanics. L03 = framework on top.
This is the lecture they'll use the rest of their careers.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hands, three times. All three failures are common and none of
them are the student's fault. Take names for office hours rather than
debugging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all three here, one at a time, before the bullseye lands.
Context: files, history, repo map, system prompt. Finite.
Model: a line of configuration, not a vendor loyalty.
Prompt: judged by consistency of output, not cleverness of phrasing.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Bullseye. Magic happens at the intersection. Miss any one → off-target.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wrong instinct. aider **/*.py looks helpful, isn't.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Broken down by source, which is what makes it a diagnostic and not a
counter. When the repo map or the history is the biggest line, that is
the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The fixed break. Prompt is the chat_break field in overview.md.
There is no single right answer, and that is the point: the habit being
built is treating context as a design decision, not setup. Push for
strategies, not file lists. Two or three out loud, then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out loud that this is the opposite of what they'd do at work.
Crossover is around lesson 6, the first real refactor, for most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outcome, not implementation. But "what" must be specific.
"What &gt; How" ≠ "be vague and AI will figure it out."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we've named the framework and taken each lever apart.
Now watch it decide an actual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L03: The Big Three: Context, Model, Prompt</dc:title>
  <dc:subject>EECS 498 AASE — Lecture 03
Applied Agentic Software Engineering, UMich Fall 2026
</dc:subject>
  <dc:creator/>
  <cp:lastModifiedBy/>
  <cp:revision>1</cp:revision>
  <dcterms:created xsi:type="dcterms:W3CDTF">2026-09-08T10:47:07Z</dcterms:created>
  <dcterms:modified xsi:type="dcterms:W3CDTF">2026-09-08T10:47:07Z</dcterms:modified>
</cp:coreProperties>
</file>