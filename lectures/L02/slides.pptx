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9334500" cy="5248275"/>
  <p:notesSz cx="5248275" cy="9334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box. Theory lecture. No live coding today.
The payoff lands next lecture (L03) when the Big Three framework arrives.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opener: why bother with theory. When it doesn't work, mental models win.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function. Verbose costs 4× more.
Not "more informative" — more expensive and more distracting.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Rose accent on the surprising one — quality degradation.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it: the model is choosing what follows "httpx." and to do that it
scores every token already in the window, not just the nearby ones.
Thickness is attention weight. Then the setup for the next slide: this
whole picture happens again for the token after "get", and again after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 to land: 32× the text is not 32× the cost, it is 1000×.
This is why "just paste the repo in" fails on a laptop.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 The fixed break. Prompt is the chat_break field in overview.md.
Think about a long conversation with an assistant that got worse toward
the end. What did you do — new chat? re-explain? Now say what was
actually happening, in today's vocabulary.
Don't police vocabulary. The point is translating their own experience
into the model we just built. Two or three answers out loud, then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"Hallucination" sounds like a mistake. It's not a mistake — it's the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"Hallucination" sounds like a mistake. It's not a mistake — it's the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"Hallucination" sounds like a mistake. It's not a mistake — it's the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"Hallucination" sounds like a mistake. It's not a mistake — it's the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"Hallucination" sounds like a mistake. It's not a mistake — it's the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"Hallucination" sounds like a mistake. It's not a mistake — it's the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"made up" — wrong real library for the wrong real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"made up" — wrong real library for the wrong real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"made up" — wrong real library for the wrong real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"made up" — wrong real library for the wrong real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"made up" — wrong real library for the wrong real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deepest reason to manage context: accuracy. Not cost. Not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axes. Confusing them = bad model choices.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assert this — promise the experiment. Everyone runs the same repo on
4b and then 9b over the next two weeks. That beats any benchmark I could
show. Be clear that frontier is the rung they are NOT on: it is here to
name what they are giving up and why, not as something they get access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doesn't the model just look things up? Because the core inference doesn't.
Tools wrap it. You build those in week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Slide-36-image-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Slide-37-image-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Slide-38-image-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Slide-39-image-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Slide-40-image-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Slide-41-image-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Slide-42-image-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Slide-43-image-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Slide-44-image-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Slide-45-image-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Created using Slidev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L02: How LLMs Code (Under the Hood)</dc:title>
  <dc:subject>EECS 498 AASE — Lecture 02
Applied Agentic Software Engineering, UMich Fall 2026
</dc:subject>
  <dc:creator/>
  <cp:lastModifiedBy/>
  <cp:revision>1</cp:revision>
  <dcterms:created xsi:type="dcterms:W3CDTF">2026-09-03T18:15:03Z</dcterms:created>
  <dcterms:modified xsi:type="dcterms:W3CDTF">2026-09-03T18:15:03Z</dcterms:modified>
</cp:coreProperties>
</file>