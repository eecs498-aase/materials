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slideMasters/slideMaster15.xml" ContentType="application/vnd.openxmlformats-officedocument.presentationml.slideMaster+xml"/>
  <Override PartName="/ppt/slides/slide15.xml" ContentType="application/vnd.openxmlformats-officedocument.presentationml.slide+xml"/>
  <Override PartName="/ppt/slideMasters/slideMaster16.xml" ContentType="application/vnd.openxmlformats-officedocument.presentationml.slideMaster+xml"/>
  <Override PartName="/ppt/slides/slide16.xml" ContentType="application/vnd.openxmlformats-officedocument.presentationml.slide+xml"/>
  <Override PartName="/ppt/slideMasters/slideMaster17.xml" ContentType="application/vnd.openxmlformats-officedocument.presentationml.slideMaster+xml"/>
  <Override PartName="/ppt/slides/slide17.xml" ContentType="application/vnd.openxmlformats-officedocument.presentationml.slide+xml"/>
  <Override PartName="/ppt/slideMasters/slideMaster18.xml" ContentType="application/vnd.openxmlformats-officedocument.presentationml.slideMaster+xml"/>
  <Override PartName="/ppt/slides/slide18.xml" ContentType="application/vnd.openxmlformats-officedocument.presentationml.slide+xml"/>
  <Override PartName="/ppt/slideMasters/slideMaster19.xml" ContentType="application/vnd.openxmlformats-officedocument.presentationml.slideMaster+xml"/>
  <Override PartName="/ppt/slides/slide19.xml" ContentType="application/vnd.openxmlformats-officedocument.presentationml.slide+xml"/>
  <Override PartName="/ppt/slideMasters/slideMaster20.xml" ContentType="application/vnd.openxmlformats-officedocument.presentationml.slideMaster+xml"/>
  <Override PartName="/ppt/slides/slide20.xml" ContentType="application/vnd.openxmlformats-officedocument.presentationml.slide+xml"/>
  <Override PartName="/ppt/slideMasters/slideMaster21.xml" ContentType="application/vnd.openxmlformats-officedocument.presentationml.slideMaster+xml"/>
  <Override PartName="/ppt/slides/slide21.xml" ContentType="application/vnd.openxmlformats-officedocument.presentationml.slide+xml"/>
  <Override PartName="/ppt/slideMasters/slideMaster22.xml" ContentType="application/vnd.openxmlformats-officedocument.presentationml.slideMaster+xml"/>
  <Override PartName="/ppt/slides/slide22.xml" ContentType="application/vnd.openxmlformats-officedocument.presentationml.slide+xml"/>
  <Override PartName="/ppt/slideMasters/slideMaster23.xml" ContentType="application/vnd.openxmlformats-officedocument.presentationml.slideMaster+xml"/>
  <Override PartName="/ppt/slides/slide23.xml" ContentType="application/vnd.openxmlformats-officedocument.presentationml.slide+xml"/>
  <Override PartName="/ppt/slideMasters/slideMaster24.xml" ContentType="application/vnd.openxmlformats-officedocument.presentationml.slideMaster+xml"/>
  <Override PartName="/ppt/slides/slide24.xml" ContentType="application/vnd.openxmlformats-officedocument.presentationml.slide+xml"/>
  <Override PartName="/ppt/slideMasters/slideMaster25.xml" ContentType="application/vnd.openxmlformats-officedocument.presentationml.slideMaster+xml"/>
  <Override PartName="/ppt/slides/slide25.xml" ContentType="application/vnd.openxmlformats-officedocument.presentationml.slide+xml"/>
  <Override PartName="/ppt/slideMasters/slideMaster26.xml" ContentType="application/vnd.openxmlformats-officedocument.presentationml.slideMaster+xml"/>
  <Override PartName="/ppt/slides/slide26.xml" ContentType="application/vnd.openxmlformats-officedocument.presentationml.slide+xml"/>
  <Override PartName="/ppt/slideMasters/slideMaster27.xml" ContentType="application/vnd.openxmlformats-officedocument.presentationml.slideMaster+xml"/>
  <Override PartName="/ppt/slides/slide27.xml" ContentType="application/vnd.openxmlformats-officedocument.presentationml.slide+xml"/>
  <Override PartName="/ppt/slideMasters/slideMaster28.xml" ContentType="application/vnd.openxmlformats-officedocument.presentationml.slideMaster+xml"/>
  <Override PartName="/ppt/slides/slide28.xml" ContentType="application/vnd.openxmlformats-officedocument.presentationml.slide+xml"/>
  <Override PartName="/ppt/slideMasters/slideMaster29.xml" ContentType="application/vnd.openxmlformats-officedocument.presentationml.slideMaster+xml"/>
  <Override PartName="/ppt/slides/slide29.xml" ContentType="application/vnd.openxmlformats-officedocument.presentationml.slide+xml"/>
  <Override PartName="/ppt/slideMasters/slideMaster30.xml" ContentType="application/vnd.openxmlformats-officedocument.presentationml.slideMaster+xml"/>
  <Override PartName="/ppt/slides/slide30.xml" ContentType="application/vnd.openxmlformats-officedocument.presentationml.slide+xml"/>
  <Override PartName="/ppt/slideMasters/slideMaster31.xml" ContentType="application/vnd.openxmlformats-officedocument.presentationml.slideMaster+xml"/>
  <Override PartName="/ppt/slides/slide31.xml" ContentType="application/vnd.openxmlformats-officedocument.presentationml.slide+xml"/>
  <Override PartName="/ppt/slideMasters/slideMaster32.xml" ContentType="application/vnd.openxmlformats-officedocument.presentationml.slideMaster+xml"/>
  <Override PartName="/ppt/slides/slide32.xml" ContentType="application/vnd.openxmlformats-officedocument.presentationml.slide+xml"/>
  <Override PartName="/ppt/slideMasters/slideMaster33.xml" ContentType="application/vnd.openxmlformats-officedocument.presentationml.slideMaster+xml"/>
  <Override PartName="/ppt/slides/slide33.xml" ContentType="application/vnd.openxmlformats-officedocument.presentationml.slide+xml"/>
  <Override PartName="/ppt/slideMasters/slideMaster34.xml" ContentType="application/vnd.openxmlformats-officedocument.presentationml.slideMaster+xml"/>
  <Override PartName="/ppt/slides/slide34.xml" ContentType="application/vnd.openxmlformats-officedocument.presentationml.slide+xml"/>
  <Override PartName="/ppt/slideMasters/slideMaster35.xml" ContentType="application/vnd.openxmlformats-officedocument.presentationml.slideMaster+xml"/>
  <Override PartName="/ppt/slides/slide35.xml" ContentType="application/vnd.openxmlformats-officedocument.presentationml.slide+xml"/>
  <Override PartName="/ppt/slideMasters/slideMaster36.xml" ContentType="application/vnd.openxmlformats-officedocument.presentationml.slideMaster+xml"/>
  <Override PartName="/ppt/slides/slide36.xml" ContentType="application/vnd.openxmlformats-officedocument.presentationml.slide+xml"/>
  <Override PartName="/ppt/slideMasters/slideMaster37.xml" ContentType="application/vnd.openxmlformats-officedocument.presentationml.slideMaster+xml"/>
  <Override PartName="/ppt/slides/slide37.xml" ContentType="application/vnd.openxmlformats-officedocument.presentationml.slide+xml"/>
  <Override PartName="/ppt/slideMasters/slideMaster38.xml" ContentType="application/vnd.openxmlformats-officedocument.presentationml.slideMaster+xml"/>
  <Override PartName="/ppt/slides/slide38.xml" ContentType="application/vnd.openxmlformats-officedocument.presentationml.slide+xml"/>
  <Override PartName="/ppt/slideMasters/slideMaster39.xml" ContentType="application/vnd.openxmlformats-officedocument.presentationml.slideMaster+xml"/>
  <Override PartName="/ppt/slides/slide39.xml" ContentType="application/vnd.openxmlformats-officedocument.presentationml.slide+xml"/>
  <Override PartName="/ppt/slideMasters/slideMaster40.xml" ContentType="application/vnd.openxmlformats-officedocument.presentationml.slideMaster+xml"/>
  <Override PartName="/ppt/slides/slide40.xml" ContentType="application/vnd.openxmlformats-officedocument.presentationml.slide+xml"/>
  <Override PartName="/ppt/slideMasters/slideMaster41.xml" ContentType="application/vnd.openxmlformats-officedocument.presentationml.slideMaster+xml"/>
  <Override PartName="/ppt/slides/slide41.xml" ContentType="application/vnd.openxmlformats-officedocument.presentationml.slide+xml"/>
  <Override PartName="/ppt/slideMasters/slideMaster42.xml" ContentType="application/vnd.openxmlformats-officedocument.presentationml.slideMaster+xml"/>
  <Override PartName="/ppt/slides/slide42.xml" ContentType="application/vnd.openxmlformats-officedocument.presentationml.slide+xml"/>
  <Override PartName="/ppt/slideMasters/slideMaster43.xml" ContentType="application/vnd.openxmlformats-officedocument.presentationml.slideMaster+xml"/>
  <Override PartName="/ppt/slides/slide43.xml" ContentType="application/vnd.openxmlformats-officedocument.presentationml.slide+xml"/>
  <Override PartName="/ppt/slideMasters/slideMaster44.xml" ContentType="application/vnd.openxmlformats-officedocument.presentationml.slideMaster+xml"/>
  <Override PartName="/ppt/slides/slide44.xml" ContentType="application/vnd.openxmlformats-officedocument.presentationml.slide+xml"/>
  <Override PartName="/ppt/slideMasters/slideMaster45.xml" ContentType="application/vnd.openxmlformats-officedocument.presentationml.slideMaster+xml"/>
  <Override PartName="/ppt/slides/slide45.xml" ContentType="application/vnd.openxmlformats-officedocument.presentationml.slide+xml"/>
  <Override PartName="/ppt/slideMasters/slideMaster46.xml" ContentType="application/vnd.openxmlformats-officedocument.presentationml.slideMaster+xml"/>
  <Override PartName="/ppt/slides/slide46.xml" ContentType="application/vnd.openxmlformats-officedocument.presentationml.slide+xml"/>
  <Override PartName="/ppt/slideMasters/slideMaster47.xml" ContentType="application/vnd.openxmlformats-officedocument.presentationml.slideMaster+xml"/>
  <Override PartName="/ppt/slides/slide47.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32.xml" ContentType="application/vnd.openxmlformats-officedocument.presentationml.notesSlide+xml"/>
  <Override PartName="/ppt/notesSlides/notesSlide33.xml" ContentType="application/vnd.openxmlformats-officedocument.presentationml.notesSlide+xml"/>
  <Override PartName="/ppt/notesSlides/notesSlide34.xml" ContentType="application/vnd.openxmlformats-officedocument.presentationml.notesSlide+xml"/>
  <Override PartName="/ppt/notesSlides/notesSlide35.xml" ContentType="application/vnd.openxmlformats-officedocument.presentationml.notesSlide+xml"/>
  <Override PartName="/ppt/notesSlides/notesSlide36.xml" ContentType="application/vnd.openxmlformats-officedocument.presentationml.notesSlide+xml"/>
  <Override PartName="/ppt/notesSlides/notesSlide37.xml" ContentType="application/vnd.openxmlformats-officedocument.presentationml.notesSlide+xml"/>
  <Override PartName="/ppt/notesSlides/notesSlide38.xml" ContentType="application/vnd.openxmlformats-officedocument.presentationml.notesSlide+xml"/>
  <Override PartName="/ppt/notesSlides/notesSlide39.xml" ContentType="application/vnd.openxmlformats-officedocument.presentationml.notesSlide+xml"/>
  <Override PartName="/ppt/notesSlides/notesSlide40.xml" ContentType="application/vnd.openxmlformats-officedocument.presentationml.notesSlide+xml"/>
  <Override PartName="/ppt/notesSlides/notesSlide41.xml" ContentType="application/vnd.openxmlformats-officedocument.presentationml.notesSlide+xml"/>
  <Override PartName="/ppt/notesSlides/notesSlide42.xml" ContentType="application/vnd.openxmlformats-officedocument.presentationml.notesSlide+xml"/>
  <Override PartName="/ppt/notesSlides/notesSlide43.xml" ContentType="application/vnd.openxmlformats-officedocument.presentationml.notesSlide+xml"/>
  <Override PartName="/ppt/notesSlides/notesSlide44.xml" ContentType="application/vnd.openxmlformats-officedocument.presentationml.notesSlide+xml"/>
  <Override PartName="/ppt/notesSlides/notesSlide45.xml" ContentType="application/vnd.openxmlformats-officedocument.presentationml.notesSlide+xml"/>
  <Override PartName="/ppt/notesSlides/notesSlide46.xml" ContentType="application/vnd.openxmlformats-officedocument.presentationml.notesSlide+xml"/>
  <Override PartName="/ppt/notesSlides/notesSlide47.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 id="277" r:id="rId23"/>
    <p:sldId id="278" r:id="rId24"/>
    <p:sldId id="279" r:id="rId25"/>
    <p:sldId id="280" r:id="rId26"/>
    <p:sldId id="281" r:id="rId27"/>
    <p:sldId id="282" r:id="rId28"/>
    <p:sldId id="283" r:id="rId29"/>
    <p:sldId id="284" r:id="rId30"/>
    <p:sldId id="285" r:id="rId31"/>
    <p:sldId id="286" r:id="rId32"/>
    <p:sldId id="287" r:id="rId33"/>
    <p:sldId id="288" r:id="rId34"/>
    <p:sldId id="289" r:id="rId35"/>
    <p:sldId id="290" r:id="rId36"/>
    <p:sldId id="291" r:id="rId37"/>
    <p:sldId id="292" r:id="rId38"/>
    <p:sldId id="293" r:id="rId39"/>
    <p:sldId id="294" r:id="rId40"/>
    <p:sldId id="295" r:id="rId41"/>
    <p:sldId id="296" r:id="rId42"/>
    <p:sldId id="297" r:id="rId43"/>
    <p:sldId id="298" r:id="rId44"/>
    <p:sldId id="299" r:id="rId45"/>
    <p:sldId id="300" r:id="rId46"/>
    <p:sldId id="301" r:id="rId47"/>
    <p:sldId id="302" r:id="rId48"/>
  </p:sldIdLst>
  <p:notesMasterIdLst>
    <p:notesMasterId r:id="rId49"/>
  </p:notesMasterIdLst>
  <p:sldSz cx="9334500" cy="5248275"/>
  <p:notesSz cx="5248275" cy="93345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slide" Target="slides/slide19.xml"/><Relationship Id="rId21" Type="http://schemas.openxmlformats.org/officeDocument/2006/relationships/slide" Target="slides/slide20.xml"/><Relationship Id="rId22" Type="http://schemas.openxmlformats.org/officeDocument/2006/relationships/slide" Target="slides/slide21.xml"/><Relationship Id="rId23" Type="http://schemas.openxmlformats.org/officeDocument/2006/relationships/slide" Target="slides/slide22.xml"/><Relationship Id="rId24" Type="http://schemas.openxmlformats.org/officeDocument/2006/relationships/slide" Target="slides/slide23.xml"/><Relationship Id="rId25" Type="http://schemas.openxmlformats.org/officeDocument/2006/relationships/slide" Target="slides/slide24.xml"/><Relationship Id="rId26" Type="http://schemas.openxmlformats.org/officeDocument/2006/relationships/slide" Target="slides/slide25.xml"/><Relationship Id="rId27" Type="http://schemas.openxmlformats.org/officeDocument/2006/relationships/slide" Target="slides/slide26.xml"/><Relationship Id="rId28" Type="http://schemas.openxmlformats.org/officeDocument/2006/relationships/slide" Target="slides/slide27.xml"/><Relationship Id="rId29" Type="http://schemas.openxmlformats.org/officeDocument/2006/relationships/slide" Target="slides/slide28.xml"/><Relationship Id="rId30" Type="http://schemas.openxmlformats.org/officeDocument/2006/relationships/slide" Target="slides/slide29.xml"/><Relationship Id="rId31" Type="http://schemas.openxmlformats.org/officeDocument/2006/relationships/slide" Target="slides/slide30.xml"/><Relationship Id="rId32" Type="http://schemas.openxmlformats.org/officeDocument/2006/relationships/slide" Target="slides/slide31.xml"/><Relationship Id="rId33" Type="http://schemas.openxmlformats.org/officeDocument/2006/relationships/slide" Target="slides/slide32.xml"/><Relationship Id="rId34" Type="http://schemas.openxmlformats.org/officeDocument/2006/relationships/slide" Target="slides/slide33.xml"/><Relationship Id="rId35" Type="http://schemas.openxmlformats.org/officeDocument/2006/relationships/slide" Target="slides/slide34.xml"/><Relationship Id="rId36" Type="http://schemas.openxmlformats.org/officeDocument/2006/relationships/slide" Target="slides/slide35.xml"/><Relationship Id="rId37" Type="http://schemas.openxmlformats.org/officeDocument/2006/relationships/slide" Target="slides/slide36.xml"/><Relationship Id="rId38" Type="http://schemas.openxmlformats.org/officeDocument/2006/relationships/slide" Target="slides/slide37.xml"/><Relationship Id="rId39" Type="http://schemas.openxmlformats.org/officeDocument/2006/relationships/slide" Target="slides/slide38.xml"/><Relationship Id="rId40" Type="http://schemas.openxmlformats.org/officeDocument/2006/relationships/slide" Target="slides/slide39.xml"/><Relationship Id="rId41" Type="http://schemas.openxmlformats.org/officeDocument/2006/relationships/slide" Target="slides/slide40.xml"/><Relationship Id="rId42" Type="http://schemas.openxmlformats.org/officeDocument/2006/relationships/slide" Target="slides/slide41.xml"/><Relationship Id="rId43" Type="http://schemas.openxmlformats.org/officeDocument/2006/relationships/slide" Target="slides/slide42.xml"/><Relationship Id="rId44" Type="http://schemas.openxmlformats.org/officeDocument/2006/relationships/slide" Target="slides/slide43.xml"/><Relationship Id="rId45" Type="http://schemas.openxmlformats.org/officeDocument/2006/relationships/slide" Target="slides/slide44.xml"/><Relationship Id="rId46" Type="http://schemas.openxmlformats.org/officeDocument/2006/relationships/slide" Target="slides/slide45.xml"/><Relationship Id="rId47" Type="http://schemas.openxmlformats.org/officeDocument/2006/relationships/slide" Target="slides/slide46.xml"/><Relationship Id="rId48" Type="http://schemas.openxmlformats.org/officeDocument/2006/relationships/slide" Target="slides/slide47.xml"/><Relationship Id="rId49" Type="http://schemas.openxmlformats.org/officeDocument/2006/relationships/notesMaster" Target="notesMasters/notesMaster1.xml"/><Relationship Id="rId50" Type="http://schemas.openxmlformats.org/officeDocument/2006/relationships/presProps" Target="presProps.xml"/><Relationship Id="rId51" Type="http://schemas.openxmlformats.org/officeDocument/2006/relationships/viewProps" Target="viewProps.xml"/><Relationship Id="rId52" Type="http://schemas.openxmlformats.org/officeDocument/2006/relationships/theme" Target="theme/theme1.xml"/><Relationship Id="rId53"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_rels/notesSlide1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6.xml"/>
		</Relationships>
</file>

<file path=ppt/notesSlides/_rels/notesSlide1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7.xml"/>
		</Relationships>
</file>

<file path=ppt/notesSlides/_rels/notesSlide1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8.xml"/>
		</Relationships>
</file>

<file path=ppt/notesSlides/_rels/notesSlide1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9.xml"/>
		</Relationships>
</file>

<file path=ppt/notesSlides/_rels/notesSlide2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0.xml"/>
		</Relationships>
</file>

<file path=ppt/notesSlides/_rels/notesSlide2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1.xml"/>
		</Relationships>
</file>

<file path=ppt/notesSlides/_rels/notesSlide2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2.xml"/>
		</Relationships>
</file>

<file path=ppt/notesSlides/_rels/notesSlide2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3.xml"/>
		</Relationships>
</file>

<file path=ppt/notesSlides/_rels/notesSlide2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4.xml"/>
		</Relationships>
</file>

<file path=ppt/notesSlides/_rels/notesSlide2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5.xml"/>
		</Relationships>
</file>

<file path=ppt/notesSlides/_rels/notesSlide2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6.xml"/>
		</Relationships>
</file>

<file path=ppt/notesSlides/_rels/notesSlide2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7.xml"/>
		</Relationships>
</file>

<file path=ppt/notesSlides/_rels/notesSlide2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8.xml"/>
		</Relationships>
</file>

<file path=ppt/notesSlides/_rels/notesSlide2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9.xml"/>
		</Relationships>
</file>

<file path=ppt/notesSlides/_rels/notesSlide3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0.xml"/>
		</Relationships>
</file>

<file path=ppt/notesSlides/_rels/notesSlide3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1.xml"/>
		</Relationships>
</file>

<file path=ppt/notesSlides/_rels/notesSlide3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2.xml"/>
		</Relationships>
</file>

<file path=ppt/notesSlides/_rels/notesSlide3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3.xml"/>
		</Relationships>
</file>

<file path=ppt/notesSlides/_rels/notesSlide3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4.xml"/>
		</Relationships>
</file>

<file path=ppt/notesSlides/_rels/notesSlide3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5.xml"/>
		</Relationships>
</file>

<file path=ppt/notesSlides/_rels/notesSlide3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6.xml"/>
		</Relationships>
</file>

<file path=ppt/notesSlides/_rels/notesSlide3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7.xml"/>
		</Relationships>
</file>

<file path=ppt/notesSlides/_rels/notesSlide3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8.xml"/>
		</Relationships>
</file>

<file path=ppt/notesSlides/_rels/notesSlide3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9.xml"/>
		</Relationships>
</file>

<file path=ppt/notesSlides/_rels/notesSlide4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0.xml"/>
		</Relationships>
</file>

<file path=ppt/notesSlides/_rels/notesSlide4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1.xml"/>
		</Relationships>
</file>

<file path=ppt/notesSlides/_rels/notesSlide4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2.xml"/>
		</Relationships>
</file>

<file path=ppt/notesSlides/_rels/notesSlide4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3.xml"/>
		</Relationships>
</file>

<file path=ppt/notesSlides/_rels/notesSlide4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4.xml"/>
		</Relationships>
</file>

<file path=ppt/notesSlides/_rels/notesSlide4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5.xml"/>
		</Relationships>
</file>

<file path=ppt/notesSlides/_rels/notesSlide4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6.xml"/>
		</Relationships>
</file>

<file path=ppt/notesSlides/_rels/notesSlide4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7.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Open the box. Theory lecture. No live coding today.
The payoff lands next lecture (L03) when the Big Three framework arrives.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opener: why bother with theory. When it doesn't work, mental models win.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is the payoff for the previous slide: getOrderById really does come
back as get / Order / By / Id, and here are the numbers.
Two things to point at if there is time. The dot in the middle of a chip
is a leading space, which is part of the token, so " order" and "order"
are different tokens. And "(order" is one token: the tokenizer swallowed
the paren with the word, which is why token counts are hard to guess.
Caveat if asked: these IDs are o200k_base. qwen3.5 uses a different
vocabulary, so the numbers differ. The idea does not.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Same function. Verbose costs 4× more.
Not "more informative" — more expensive and more distracting.</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Rose accent on the surprising one — quality degradation.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Walk it: the model is choosing what follows "httpx." and to do that it
scores every token already in the window, not just the nearby ones.
Thickness is attention weight. Then the setup for the next slide: this
whole picture happens again for the token after "get", and again after
that.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number to land: 32× the text is not 32× the cost, it is 1000×.
This is why "just paste the repo in" fails on a laptop.</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0:35. The fixed break. Prompt is the chat_break field in overview.md.
Think about a long conversation with an assistant that got worse toward
the end. What did you do — new chat? re-explain? Now say what was
actually happening, in today's vocabulary.
Don't police vocabulary. The point is translating their own experience
into the model we just built. Two or three answers out loud, then move.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"Hallucination" sounds like a mistake. It's not a mistake — it's the design.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"Hallucination" sounds like a mistake. It's not a mistake — it's the design.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"Hallucination" sounds like a mistake. It's not a mistake — it's the design.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"Hallucination" sounds like a mistake. It's not a mistake — it's the design.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"Hallucination" sounds like a mistake. It's not a mistake — it's the design.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"Hallucination" sounds like a mistake. It's not a mistake — it's the design.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Not "made up" — wrong real library for the wrong real project.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Not "made up" — wrong real library for the wrong real project.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Not "made up" — wrong real library for the wrong real project.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Not "made up" — wrong real library for the wrong real project.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Not "made up" — wrong real library for the wrong real project.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deepest reason to manage context: accuracy. Not cost. Not speed.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Two axes. Confusing them = bad model choices.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Don't assert this — promise the experiment. Everyone runs the same repo on
4b and then 9b over the next two weeks. That beats any benchmark I could
show. Be clear that frontier is the rung they are NOT on: it is here to
name what they are giving up and why, not as something they get access to.</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Why doesn't the model just look things up? Because the core inference doesn't.
Tools wrap it. You build those in week 5.</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Leave this up while the room files out. Not assessed, not required.
The tokenizer video is long; tell them the first 30 minutes is the part
that pays for itself.</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47</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image" Target="../media/Slide-1-image-1.png"/><Relationship Id="rId2" Type="http://schemas.openxmlformats.org/officeDocument/2006/relationships/slideLayout" Target="../slideLayouts/slideLayout1.xml"/><Relationship Id="rId3"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image" Target="../media/Slide-2-image-1.png"/><Relationship Id="rId2" Type="http://schemas.openxmlformats.org/officeDocument/2006/relationships/slideLayout" Target="../slideLayouts/slideLayout1.xml"/><Relationship Id="rId3"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image" Target="../media/Slide-3-image-1.png"/><Relationship Id="rId2" Type="http://schemas.openxmlformats.org/officeDocument/2006/relationships/slideLayout" Target="../slideLayouts/slideLayout1.xml"/><Relationship Id="rId3"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image" Target="../media/Slide-4-image-1.png"/><Relationship Id="rId2" Type="http://schemas.openxmlformats.org/officeDocument/2006/relationships/slideLayout" Target="../slideLayouts/slideLayout1.xml"/><Relationship Id="rId3"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image" Target="../media/Slide-5-image-1.png"/><Relationship Id="rId2" Type="http://schemas.openxmlformats.org/officeDocument/2006/relationships/slideLayout" Target="../slideLayouts/slideLayout1.xml"/><Relationship Id="rId3"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image" Target="../media/Slide-6-image-1.png"/><Relationship Id="rId2" Type="http://schemas.openxmlformats.org/officeDocument/2006/relationships/slideLayout" Target="../slideLayouts/slideLayout1.xml"/><Relationship Id="rId3"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image" Target="../media/Slide-7-image-1.png"/><Relationship Id="rId2" Type="http://schemas.openxmlformats.org/officeDocument/2006/relationships/slideLayout" Target="../slideLayouts/slideLayout1.xml"/><Relationship Id="rId3"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image" Target="../media/Slide-8-image-1.png"/><Relationship Id="rId2" Type="http://schemas.openxmlformats.org/officeDocument/2006/relationships/slideLayout" Target="../slideLayouts/slideLayout1.xml"/><Relationship Id="rId3"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image" Target="../media/Slide-9-image-1.png"/><Relationship Id="rId2" Type="http://schemas.openxmlformats.org/officeDocument/2006/relationships/slideLayout" Target="../slideLayouts/slideLayout1.xml"/><Relationship Id="rId3"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image" Target="../media/Slide-10-image-1.png"/><Relationship Id="rId2" Type="http://schemas.openxmlformats.org/officeDocument/2006/relationships/slideLayout" Target="../slideLayouts/slideLayout1.xml"/><Relationship Id="rId3"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image" Target="../media/Slide-11-image-1.png"/><Relationship Id="rId2" Type="http://schemas.openxmlformats.org/officeDocument/2006/relationships/slideLayout" Target="../slideLayouts/slideLayout1.xml"/><Relationship Id="rId3"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image" Target="../media/Slide-12-image-1.png"/><Relationship Id="rId2" Type="http://schemas.openxmlformats.org/officeDocument/2006/relationships/slideLayout" Target="../slideLayouts/slideLayout1.xml"/><Relationship Id="rId3"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image" Target="../media/Slide-13-image-1.png"/><Relationship Id="rId2" Type="http://schemas.openxmlformats.org/officeDocument/2006/relationships/slideLayout" Target="../slideLayouts/slideLayout1.xml"/><Relationship Id="rId3"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image" Target="../media/Slide-14-image-1.png"/><Relationship Id="rId2" Type="http://schemas.openxmlformats.org/officeDocument/2006/relationships/slideLayout" Target="../slideLayouts/slideLayout1.xml"/><Relationship Id="rId3"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image" Target="../media/Slide-15-image-1.png"/><Relationship Id="rId2" Type="http://schemas.openxmlformats.org/officeDocument/2006/relationships/slideLayout" Target="../slideLayouts/slideLayout1.xml"/><Relationship Id="rId3"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image" Target="../media/Slide-16-image-1.png"/><Relationship Id="rId2" Type="http://schemas.openxmlformats.org/officeDocument/2006/relationships/slideLayout" Target="../slideLayouts/slideLayout1.xml"/><Relationship Id="rId3"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image" Target="../media/Slide-17-image-1.png"/><Relationship Id="rId2" Type="http://schemas.openxmlformats.org/officeDocument/2006/relationships/slideLayout" Target="../slideLayouts/slideLayout1.xml"/><Relationship Id="rId3"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image" Target="../media/Slide-18-image-1.png"/><Relationship Id="rId2" Type="http://schemas.openxmlformats.org/officeDocument/2006/relationships/slideLayout" Target="../slideLayouts/slideLayout1.xml"/><Relationship Id="rId3"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image" Target="../media/Slide-19-image-1.png"/><Relationship Id="rId2" Type="http://schemas.openxmlformats.org/officeDocument/2006/relationships/slideLayout" Target="../slideLayouts/slideLayout1.xml"/><Relationship Id="rId3"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image" Target="../media/Slide-20-image-1.png"/><Relationship Id="rId2" Type="http://schemas.openxmlformats.org/officeDocument/2006/relationships/slideLayout" Target="../slideLayouts/slideLayout1.xml"/><Relationship Id="rId3"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image" Target="../media/Slide-21-image-1.png"/><Relationship Id="rId2" Type="http://schemas.openxmlformats.org/officeDocument/2006/relationships/slideLayout" Target="../slideLayouts/slideLayout1.xml"/><Relationship Id="rId3" Type="http://schemas.openxmlformats.org/officeDocument/2006/relationships/notesSlide" Target="../notesSlides/notesSlide21.xml"/></Relationships>
</file>

<file path=ppt/slides/_rels/slide22.xml.rels><?xml version="1.0" encoding="UTF-8" standalone="yes"?>
<Relationships xmlns="http://schemas.openxmlformats.org/package/2006/relationships"><Relationship Id="rId1" Type="http://schemas.openxmlformats.org/officeDocument/2006/relationships/image" Target="../media/Slide-22-image-1.png"/><Relationship Id="rId2" Type="http://schemas.openxmlformats.org/officeDocument/2006/relationships/slideLayout" Target="../slideLayouts/slideLayout1.xml"/><Relationship Id="rId3" Type="http://schemas.openxmlformats.org/officeDocument/2006/relationships/notesSlide" Target="../notesSlides/notesSlide22.xml"/></Relationships>
</file>

<file path=ppt/slides/_rels/slide23.xml.rels><?xml version="1.0" encoding="UTF-8" standalone="yes"?>
<Relationships xmlns="http://schemas.openxmlformats.org/package/2006/relationships"><Relationship Id="rId1" Type="http://schemas.openxmlformats.org/officeDocument/2006/relationships/image" Target="../media/Slide-23-image-1.png"/><Relationship Id="rId2" Type="http://schemas.openxmlformats.org/officeDocument/2006/relationships/slideLayout" Target="../slideLayouts/slideLayout1.xml"/><Relationship Id="rId3" Type="http://schemas.openxmlformats.org/officeDocument/2006/relationships/notesSlide" Target="../notesSlides/notesSlide23.xml"/></Relationships>
</file>

<file path=ppt/slides/_rels/slide24.xml.rels><?xml version="1.0" encoding="UTF-8" standalone="yes"?>
<Relationships xmlns="http://schemas.openxmlformats.org/package/2006/relationships"><Relationship Id="rId1" Type="http://schemas.openxmlformats.org/officeDocument/2006/relationships/image" Target="../media/Slide-24-image-1.png"/><Relationship Id="rId2" Type="http://schemas.openxmlformats.org/officeDocument/2006/relationships/slideLayout" Target="../slideLayouts/slideLayout1.xml"/><Relationship Id="rId3" Type="http://schemas.openxmlformats.org/officeDocument/2006/relationships/notesSlide" Target="../notesSlides/notesSlide24.xml"/></Relationships>
</file>

<file path=ppt/slides/_rels/slide25.xml.rels><?xml version="1.0" encoding="UTF-8" standalone="yes"?>
<Relationships xmlns="http://schemas.openxmlformats.org/package/2006/relationships"><Relationship Id="rId1" Type="http://schemas.openxmlformats.org/officeDocument/2006/relationships/image" Target="../media/Slide-25-image-1.png"/><Relationship Id="rId2" Type="http://schemas.openxmlformats.org/officeDocument/2006/relationships/slideLayout" Target="../slideLayouts/slideLayout1.xml"/><Relationship Id="rId3" Type="http://schemas.openxmlformats.org/officeDocument/2006/relationships/notesSlide" Target="../notesSlides/notesSlide25.xml"/></Relationships>
</file>

<file path=ppt/slides/_rels/slide26.xml.rels><?xml version="1.0" encoding="UTF-8" standalone="yes"?>
<Relationships xmlns="http://schemas.openxmlformats.org/package/2006/relationships"><Relationship Id="rId1" Type="http://schemas.openxmlformats.org/officeDocument/2006/relationships/image" Target="../media/Slide-26-image-1.png"/><Relationship Id="rId2" Type="http://schemas.openxmlformats.org/officeDocument/2006/relationships/slideLayout" Target="../slideLayouts/slideLayout1.xml"/><Relationship Id="rId3" Type="http://schemas.openxmlformats.org/officeDocument/2006/relationships/notesSlide" Target="../notesSlides/notesSlide26.xml"/></Relationships>
</file>

<file path=ppt/slides/_rels/slide27.xml.rels><?xml version="1.0" encoding="UTF-8" standalone="yes"?>
<Relationships xmlns="http://schemas.openxmlformats.org/package/2006/relationships"><Relationship Id="rId1" Type="http://schemas.openxmlformats.org/officeDocument/2006/relationships/image" Target="../media/Slide-27-image-1.png"/><Relationship Id="rId2" Type="http://schemas.openxmlformats.org/officeDocument/2006/relationships/slideLayout" Target="../slideLayouts/slideLayout1.xml"/><Relationship Id="rId3" Type="http://schemas.openxmlformats.org/officeDocument/2006/relationships/notesSlide" Target="../notesSlides/notesSlide27.xml"/></Relationships>
</file>

<file path=ppt/slides/_rels/slide28.xml.rels><?xml version="1.0" encoding="UTF-8" standalone="yes"?>
<Relationships xmlns="http://schemas.openxmlformats.org/package/2006/relationships"><Relationship Id="rId1" Type="http://schemas.openxmlformats.org/officeDocument/2006/relationships/image" Target="../media/Slide-28-image-1.png"/><Relationship Id="rId2" Type="http://schemas.openxmlformats.org/officeDocument/2006/relationships/slideLayout" Target="../slideLayouts/slideLayout1.xml"/><Relationship Id="rId3" Type="http://schemas.openxmlformats.org/officeDocument/2006/relationships/notesSlide" Target="../notesSlides/notesSlide28.xml"/></Relationships>
</file>

<file path=ppt/slides/_rels/slide29.xml.rels><?xml version="1.0" encoding="UTF-8" standalone="yes"?>
<Relationships xmlns="http://schemas.openxmlformats.org/package/2006/relationships"><Relationship Id="rId1" Type="http://schemas.openxmlformats.org/officeDocument/2006/relationships/image" Target="../media/Slide-29-image-1.png"/><Relationship Id="rId2" Type="http://schemas.openxmlformats.org/officeDocument/2006/relationships/slideLayout" Target="../slideLayouts/slideLayout1.xml"/><Relationship Id="rId3" Type="http://schemas.openxmlformats.org/officeDocument/2006/relationships/notesSlide" Target="../notesSlides/notesSlide29.xml"/></Relationships>
</file>

<file path=ppt/slides/_rels/slide30.xml.rels><?xml version="1.0" encoding="UTF-8" standalone="yes"?>
<Relationships xmlns="http://schemas.openxmlformats.org/package/2006/relationships"><Relationship Id="rId1" Type="http://schemas.openxmlformats.org/officeDocument/2006/relationships/image" Target="../media/Slide-30-image-1.png"/><Relationship Id="rId2" Type="http://schemas.openxmlformats.org/officeDocument/2006/relationships/slideLayout" Target="../slideLayouts/slideLayout1.xml"/><Relationship Id="rId3" Type="http://schemas.openxmlformats.org/officeDocument/2006/relationships/notesSlide" Target="../notesSlides/notesSlide30.xml"/></Relationships>
</file>

<file path=ppt/slides/_rels/slide31.xml.rels><?xml version="1.0" encoding="UTF-8" standalone="yes"?>
<Relationships xmlns="http://schemas.openxmlformats.org/package/2006/relationships"><Relationship Id="rId1" Type="http://schemas.openxmlformats.org/officeDocument/2006/relationships/image" Target="../media/Slide-31-image-1.png"/><Relationship Id="rId2" Type="http://schemas.openxmlformats.org/officeDocument/2006/relationships/slideLayout" Target="../slideLayouts/slideLayout1.xml"/><Relationship Id="rId3" Type="http://schemas.openxmlformats.org/officeDocument/2006/relationships/notesSlide" Target="../notesSlides/notesSlide31.xml"/></Relationships>
</file>

<file path=ppt/slides/_rels/slide32.xml.rels><?xml version="1.0" encoding="UTF-8" standalone="yes"?>
<Relationships xmlns="http://schemas.openxmlformats.org/package/2006/relationships"><Relationship Id="rId1" Type="http://schemas.openxmlformats.org/officeDocument/2006/relationships/image" Target="../media/Slide-32-image-1.png"/><Relationship Id="rId2" Type="http://schemas.openxmlformats.org/officeDocument/2006/relationships/slideLayout" Target="../slideLayouts/slideLayout1.xml"/><Relationship Id="rId3" Type="http://schemas.openxmlformats.org/officeDocument/2006/relationships/notesSlide" Target="../notesSlides/notesSlide32.xml"/></Relationships>
</file>

<file path=ppt/slides/_rels/slide33.xml.rels><?xml version="1.0" encoding="UTF-8" standalone="yes"?>
<Relationships xmlns="http://schemas.openxmlformats.org/package/2006/relationships"><Relationship Id="rId1" Type="http://schemas.openxmlformats.org/officeDocument/2006/relationships/image" Target="../media/Slide-33-image-1.png"/><Relationship Id="rId2" Type="http://schemas.openxmlformats.org/officeDocument/2006/relationships/slideLayout" Target="../slideLayouts/slideLayout1.xml"/><Relationship Id="rId3" Type="http://schemas.openxmlformats.org/officeDocument/2006/relationships/notesSlide" Target="../notesSlides/notesSlide33.xml"/></Relationships>
</file>

<file path=ppt/slides/_rels/slide34.xml.rels><?xml version="1.0" encoding="UTF-8" standalone="yes"?>
<Relationships xmlns="http://schemas.openxmlformats.org/package/2006/relationships"><Relationship Id="rId1" Type="http://schemas.openxmlformats.org/officeDocument/2006/relationships/image" Target="../media/Slide-34-image-1.png"/><Relationship Id="rId2" Type="http://schemas.openxmlformats.org/officeDocument/2006/relationships/slideLayout" Target="../slideLayouts/slideLayout1.xml"/><Relationship Id="rId3" Type="http://schemas.openxmlformats.org/officeDocument/2006/relationships/notesSlide" Target="../notesSlides/notesSlide34.xml"/></Relationships>
</file>

<file path=ppt/slides/_rels/slide35.xml.rels><?xml version="1.0" encoding="UTF-8" standalone="yes"?>
<Relationships xmlns="http://schemas.openxmlformats.org/package/2006/relationships"><Relationship Id="rId1" Type="http://schemas.openxmlformats.org/officeDocument/2006/relationships/image" Target="../media/Slide-35-image-1.png"/><Relationship Id="rId2" Type="http://schemas.openxmlformats.org/officeDocument/2006/relationships/slideLayout" Target="../slideLayouts/slideLayout1.xml"/><Relationship Id="rId3" Type="http://schemas.openxmlformats.org/officeDocument/2006/relationships/notesSlide" Target="../notesSlides/notesSlide35.xml"/></Relationships>
</file>

<file path=ppt/slides/_rels/slide36.xml.rels><?xml version="1.0" encoding="UTF-8" standalone="yes"?>
<Relationships xmlns="http://schemas.openxmlformats.org/package/2006/relationships"><Relationship Id="rId1" Type="http://schemas.openxmlformats.org/officeDocument/2006/relationships/image" Target="../media/Slide-36-image-1.png"/><Relationship Id="rId2" Type="http://schemas.openxmlformats.org/officeDocument/2006/relationships/slideLayout" Target="../slideLayouts/slideLayout1.xml"/><Relationship Id="rId3" Type="http://schemas.openxmlformats.org/officeDocument/2006/relationships/notesSlide" Target="../notesSlides/notesSlide36.xml"/></Relationships>
</file>

<file path=ppt/slides/_rels/slide37.xml.rels><?xml version="1.0" encoding="UTF-8" standalone="yes"?>
<Relationships xmlns="http://schemas.openxmlformats.org/package/2006/relationships"><Relationship Id="rId1" Type="http://schemas.openxmlformats.org/officeDocument/2006/relationships/image" Target="../media/Slide-37-image-1.png"/><Relationship Id="rId2" Type="http://schemas.openxmlformats.org/officeDocument/2006/relationships/slideLayout" Target="../slideLayouts/slideLayout1.xml"/><Relationship Id="rId3" Type="http://schemas.openxmlformats.org/officeDocument/2006/relationships/notesSlide" Target="../notesSlides/notesSlide37.xml"/></Relationships>
</file>

<file path=ppt/slides/_rels/slide38.xml.rels><?xml version="1.0" encoding="UTF-8" standalone="yes"?>
<Relationships xmlns="http://schemas.openxmlformats.org/package/2006/relationships"><Relationship Id="rId1" Type="http://schemas.openxmlformats.org/officeDocument/2006/relationships/image" Target="../media/Slide-38-image-1.png"/><Relationship Id="rId2" Type="http://schemas.openxmlformats.org/officeDocument/2006/relationships/slideLayout" Target="../slideLayouts/slideLayout1.xml"/><Relationship Id="rId3" Type="http://schemas.openxmlformats.org/officeDocument/2006/relationships/notesSlide" Target="../notesSlides/notesSlide38.xml"/></Relationships>
</file>

<file path=ppt/slides/_rels/slide39.xml.rels><?xml version="1.0" encoding="UTF-8" standalone="yes"?>
<Relationships xmlns="http://schemas.openxmlformats.org/package/2006/relationships"><Relationship Id="rId1" Type="http://schemas.openxmlformats.org/officeDocument/2006/relationships/image" Target="../media/Slide-39-image-1.png"/><Relationship Id="rId2" Type="http://schemas.openxmlformats.org/officeDocument/2006/relationships/slideLayout" Target="../slideLayouts/slideLayout1.xml"/><Relationship Id="rId3" Type="http://schemas.openxmlformats.org/officeDocument/2006/relationships/notesSlide" Target="../notesSlides/notesSlide39.xml"/></Relationships>
</file>

<file path=ppt/slides/_rels/slide40.xml.rels><?xml version="1.0" encoding="UTF-8" standalone="yes"?>
<Relationships xmlns="http://schemas.openxmlformats.org/package/2006/relationships"><Relationship Id="rId1" Type="http://schemas.openxmlformats.org/officeDocument/2006/relationships/image" Target="../media/Slide-40-image-1.png"/><Relationship Id="rId2" Type="http://schemas.openxmlformats.org/officeDocument/2006/relationships/slideLayout" Target="../slideLayouts/slideLayout1.xml"/><Relationship Id="rId3" Type="http://schemas.openxmlformats.org/officeDocument/2006/relationships/notesSlide" Target="../notesSlides/notesSlide40.xml"/></Relationships>
</file>

<file path=ppt/slides/_rels/slide41.xml.rels><?xml version="1.0" encoding="UTF-8" standalone="yes"?>
<Relationships xmlns="http://schemas.openxmlformats.org/package/2006/relationships"><Relationship Id="rId1" Type="http://schemas.openxmlformats.org/officeDocument/2006/relationships/image" Target="../media/Slide-41-image-1.png"/><Relationship Id="rId2" Type="http://schemas.openxmlformats.org/officeDocument/2006/relationships/slideLayout" Target="../slideLayouts/slideLayout1.xml"/><Relationship Id="rId3" Type="http://schemas.openxmlformats.org/officeDocument/2006/relationships/notesSlide" Target="../notesSlides/notesSlide41.xml"/></Relationships>
</file>

<file path=ppt/slides/_rels/slide42.xml.rels><?xml version="1.0" encoding="UTF-8" standalone="yes"?>
<Relationships xmlns="http://schemas.openxmlformats.org/package/2006/relationships"><Relationship Id="rId1" Type="http://schemas.openxmlformats.org/officeDocument/2006/relationships/image" Target="../media/Slide-42-image-1.png"/><Relationship Id="rId2" Type="http://schemas.openxmlformats.org/officeDocument/2006/relationships/slideLayout" Target="../slideLayouts/slideLayout1.xml"/><Relationship Id="rId3" Type="http://schemas.openxmlformats.org/officeDocument/2006/relationships/notesSlide" Target="../notesSlides/notesSlide42.xml"/></Relationships>
</file>

<file path=ppt/slides/_rels/slide43.xml.rels><?xml version="1.0" encoding="UTF-8" standalone="yes"?>
<Relationships xmlns="http://schemas.openxmlformats.org/package/2006/relationships"><Relationship Id="rId1" Type="http://schemas.openxmlformats.org/officeDocument/2006/relationships/image" Target="../media/Slide-43-image-1.png"/><Relationship Id="rId2" Type="http://schemas.openxmlformats.org/officeDocument/2006/relationships/slideLayout" Target="../slideLayouts/slideLayout1.xml"/><Relationship Id="rId3" Type="http://schemas.openxmlformats.org/officeDocument/2006/relationships/notesSlide" Target="../notesSlides/notesSlide43.xml"/></Relationships>
</file>

<file path=ppt/slides/_rels/slide44.xml.rels><?xml version="1.0" encoding="UTF-8" standalone="yes"?>
<Relationships xmlns="http://schemas.openxmlformats.org/package/2006/relationships"><Relationship Id="rId1" Type="http://schemas.openxmlformats.org/officeDocument/2006/relationships/image" Target="../media/Slide-44-image-1.png"/><Relationship Id="rId2" Type="http://schemas.openxmlformats.org/officeDocument/2006/relationships/slideLayout" Target="../slideLayouts/slideLayout1.xml"/><Relationship Id="rId3" Type="http://schemas.openxmlformats.org/officeDocument/2006/relationships/notesSlide" Target="../notesSlides/notesSlide44.xml"/></Relationships>
</file>

<file path=ppt/slides/_rels/slide45.xml.rels><?xml version="1.0" encoding="UTF-8" standalone="yes"?>
<Relationships xmlns="http://schemas.openxmlformats.org/package/2006/relationships"><Relationship Id="rId1" Type="http://schemas.openxmlformats.org/officeDocument/2006/relationships/image" Target="../media/Slide-45-image-1.png"/><Relationship Id="rId2" Type="http://schemas.openxmlformats.org/officeDocument/2006/relationships/slideLayout" Target="../slideLayouts/slideLayout1.xml"/><Relationship Id="rId3" Type="http://schemas.openxmlformats.org/officeDocument/2006/relationships/notesSlide" Target="../notesSlides/notesSlide45.xml"/></Relationships>
</file>

<file path=ppt/slides/_rels/slide46.xml.rels><?xml version="1.0" encoding="UTF-8" standalone="yes"?>
<Relationships xmlns="http://schemas.openxmlformats.org/package/2006/relationships"><Relationship Id="rId1" Type="http://schemas.openxmlformats.org/officeDocument/2006/relationships/image" Target="../media/Slide-46-image-1.png"/><Relationship Id="rId2" Type="http://schemas.openxmlformats.org/officeDocument/2006/relationships/slideLayout" Target="../slideLayouts/slideLayout1.xml"/><Relationship Id="rId3" Type="http://schemas.openxmlformats.org/officeDocument/2006/relationships/notesSlide" Target="../notesSlides/notesSlide46.xml"/></Relationships>
</file>

<file path=ppt/slides/_rels/slide47.xml.rels><?xml version="1.0" encoding="UTF-8" standalone="yes"?>
<Relationships xmlns="http://schemas.openxmlformats.org/package/2006/relationships"><Relationship Id="rId1" Type="http://schemas.openxmlformats.org/officeDocument/2006/relationships/image" Target="../media/Slide-47-image-1.png"/><Relationship Id="rId2" Type="http://schemas.openxmlformats.org/officeDocument/2006/relationships/slideLayout" Target="../slideLayouts/slideLayout1.xml"/><Relationship Id="rId3" Type="http://schemas.openxmlformats.org/officeDocument/2006/relationships/notesSlide" Target="../notesSlides/notesSlide47.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7">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name="Slide 18">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name="Slide 19">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name="Slide 20">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name="Slide 21">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Tree>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name="Slide 22">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Tree>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name="Slide 23">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Tree>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name="Slide 24">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Tree>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name="Slide 25">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Tree>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name="Slide 26">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Tree>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name="Slide 27">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Tree>
  </p:cSld>
  <p:clrMapOvr>
    <a:masterClrMapping/>
  </p:clrMapOvr>
</p:sld>
</file>

<file path=ppt/slides/slide28.xml><?xml version="1.0" encoding="utf-8"?>
<p:sld xmlns:a="http://schemas.openxmlformats.org/drawingml/2006/main" xmlns:r="http://schemas.openxmlformats.org/officeDocument/2006/relationships" xmlns:p="http://schemas.openxmlformats.org/presentationml/2006/main">
  <p:cSld name="Slide 28">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Tree>
  </p:cSld>
  <p:clrMapOvr>
    <a:masterClrMapping/>
  </p:clrMapOvr>
</p:sld>
</file>

<file path=ppt/slides/slide29.xml><?xml version="1.0" encoding="utf-8"?>
<p:sld xmlns:a="http://schemas.openxmlformats.org/drawingml/2006/main" xmlns:r="http://schemas.openxmlformats.org/officeDocument/2006/relationships" xmlns:p="http://schemas.openxmlformats.org/presentationml/2006/main">
  <p:cSld name="Slide 29">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Tree>
  </p:cSld>
  <p:clrMapOvr>
    <a:masterClrMapping/>
  </p:clrMapOvr>
</p:sld>
</file>

<file path=ppt/slides/slide30.xml><?xml version="1.0" encoding="utf-8"?>
<p:sld xmlns:a="http://schemas.openxmlformats.org/drawingml/2006/main" xmlns:r="http://schemas.openxmlformats.org/officeDocument/2006/relationships" xmlns:p="http://schemas.openxmlformats.org/presentationml/2006/main">
  <p:cSld name="Slide 30">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Tree>
  </p:cSld>
  <p:clrMapOvr>
    <a:masterClrMapping/>
  </p:clrMapOvr>
</p:sld>
</file>

<file path=ppt/slides/slide31.xml><?xml version="1.0" encoding="utf-8"?>
<p:sld xmlns:a="http://schemas.openxmlformats.org/drawingml/2006/main" xmlns:r="http://schemas.openxmlformats.org/officeDocument/2006/relationships" xmlns:p="http://schemas.openxmlformats.org/presentationml/2006/main">
  <p:cSld name="Slide 31">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Tree>
  </p:cSld>
  <p:clrMapOvr>
    <a:masterClrMapping/>
  </p:clrMapOvr>
</p:sld>
</file>

<file path=ppt/slides/slide32.xml><?xml version="1.0" encoding="utf-8"?>
<p:sld xmlns:a="http://schemas.openxmlformats.org/drawingml/2006/main" xmlns:r="http://schemas.openxmlformats.org/officeDocument/2006/relationships" xmlns:p="http://schemas.openxmlformats.org/presentationml/2006/main">
  <p:cSld name="Slide 32">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Tree>
  </p:cSld>
  <p:clrMapOvr>
    <a:masterClrMapping/>
  </p:clrMapOvr>
</p:sld>
</file>

<file path=ppt/slides/slide33.xml><?xml version="1.0" encoding="utf-8"?>
<p:sld xmlns:a="http://schemas.openxmlformats.org/drawingml/2006/main" xmlns:r="http://schemas.openxmlformats.org/officeDocument/2006/relationships" xmlns:p="http://schemas.openxmlformats.org/presentationml/2006/main">
  <p:cSld name="Slide 33">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Tree>
  </p:cSld>
  <p:clrMapOvr>
    <a:masterClrMapping/>
  </p:clrMapOvr>
</p:sld>
</file>

<file path=ppt/slides/slide34.xml><?xml version="1.0" encoding="utf-8"?>
<p:sld xmlns:a="http://schemas.openxmlformats.org/drawingml/2006/main" xmlns:r="http://schemas.openxmlformats.org/officeDocument/2006/relationships" xmlns:p="http://schemas.openxmlformats.org/presentationml/2006/main">
  <p:cSld name="Slide 34">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Tree>
  </p:cSld>
  <p:clrMapOvr>
    <a:masterClrMapping/>
  </p:clrMapOvr>
</p:sld>
</file>

<file path=ppt/slides/slide35.xml><?xml version="1.0" encoding="utf-8"?>
<p:sld xmlns:a="http://schemas.openxmlformats.org/drawingml/2006/main" xmlns:r="http://schemas.openxmlformats.org/officeDocument/2006/relationships" xmlns:p="http://schemas.openxmlformats.org/presentationml/2006/main">
  <p:cSld name="Slide 35">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Tree>
  </p:cSld>
  <p:clrMapOvr>
    <a:masterClrMapping/>
  </p:clrMapOvr>
</p:sld>
</file>

<file path=ppt/slides/slide36.xml><?xml version="1.0" encoding="utf-8"?>
<p:sld xmlns:a="http://schemas.openxmlformats.org/drawingml/2006/main" xmlns:r="http://schemas.openxmlformats.org/officeDocument/2006/relationships" xmlns:p="http://schemas.openxmlformats.org/presentationml/2006/main">
  <p:cSld name="Slide 36">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Tree>
  </p:cSld>
  <p:clrMapOvr>
    <a:masterClrMapping/>
  </p:clrMapOvr>
</p:sld>
</file>

<file path=ppt/slides/slide37.xml><?xml version="1.0" encoding="utf-8"?>
<p:sld xmlns:a="http://schemas.openxmlformats.org/drawingml/2006/main" xmlns:r="http://schemas.openxmlformats.org/officeDocument/2006/relationships" xmlns:p="http://schemas.openxmlformats.org/presentationml/2006/main">
  <p:cSld name="Slide 37">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Tree>
  </p:cSld>
  <p:clrMapOvr>
    <a:masterClrMapping/>
  </p:clrMapOvr>
</p:sld>
</file>

<file path=ppt/slides/slide38.xml><?xml version="1.0" encoding="utf-8"?>
<p:sld xmlns:a="http://schemas.openxmlformats.org/drawingml/2006/main" xmlns:r="http://schemas.openxmlformats.org/officeDocument/2006/relationships" xmlns:p="http://schemas.openxmlformats.org/presentationml/2006/main">
  <p:cSld name="Slide 38">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Tree>
  </p:cSld>
  <p:clrMapOvr>
    <a:masterClrMapping/>
  </p:clrMapOvr>
</p:sld>
</file>

<file path=ppt/slides/slide39.xml><?xml version="1.0" encoding="utf-8"?>
<p:sld xmlns:a="http://schemas.openxmlformats.org/drawingml/2006/main" xmlns:r="http://schemas.openxmlformats.org/officeDocument/2006/relationships" xmlns:p="http://schemas.openxmlformats.org/presentationml/2006/main">
  <p:cSld name="Slide 39">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Tree>
  </p:cSld>
  <p:clrMapOvr>
    <a:masterClrMapping/>
  </p:clrMapOvr>
</p:sld>
</file>

<file path=ppt/slides/slide40.xml><?xml version="1.0" encoding="utf-8"?>
<p:sld xmlns:a="http://schemas.openxmlformats.org/drawingml/2006/main" xmlns:r="http://schemas.openxmlformats.org/officeDocument/2006/relationships" xmlns:p="http://schemas.openxmlformats.org/presentationml/2006/main">
  <p:cSld name="Slide 40">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Tree>
  </p:cSld>
  <p:clrMapOvr>
    <a:masterClrMapping/>
  </p:clrMapOvr>
</p:sld>
</file>

<file path=ppt/slides/slide41.xml><?xml version="1.0" encoding="utf-8"?>
<p:sld xmlns:a="http://schemas.openxmlformats.org/drawingml/2006/main" xmlns:r="http://schemas.openxmlformats.org/officeDocument/2006/relationships" xmlns:p="http://schemas.openxmlformats.org/presentationml/2006/main">
  <p:cSld name="Slide 41">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Tree>
  </p:cSld>
  <p:clrMapOvr>
    <a:masterClrMapping/>
  </p:clrMapOvr>
</p:sld>
</file>

<file path=ppt/slides/slide42.xml><?xml version="1.0" encoding="utf-8"?>
<p:sld xmlns:a="http://schemas.openxmlformats.org/drawingml/2006/main" xmlns:r="http://schemas.openxmlformats.org/officeDocument/2006/relationships" xmlns:p="http://schemas.openxmlformats.org/presentationml/2006/main">
  <p:cSld name="Slide 42">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Tree>
  </p:cSld>
  <p:clrMapOvr>
    <a:masterClrMapping/>
  </p:clrMapOvr>
</p:sld>
</file>

<file path=ppt/slides/slide43.xml><?xml version="1.0" encoding="utf-8"?>
<p:sld xmlns:a="http://schemas.openxmlformats.org/drawingml/2006/main" xmlns:r="http://schemas.openxmlformats.org/officeDocument/2006/relationships" xmlns:p="http://schemas.openxmlformats.org/presentationml/2006/main">
  <p:cSld name="Slide 43">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Tree>
  </p:cSld>
  <p:clrMapOvr>
    <a:masterClrMapping/>
  </p:clrMapOvr>
</p:sld>
</file>

<file path=ppt/slides/slide44.xml><?xml version="1.0" encoding="utf-8"?>
<p:sld xmlns:a="http://schemas.openxmlformats.org/drawingml/2006/main" xmlns:r="http://schemas.openxmlformats.org/officeDocument/2006/relationships" xmlns:p="http://schemas.openxmlformats.org/presentationml/2006/main">
  <p:cSld name="Slide 44">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Tree>
  </p:cSld>
  <p:clrMapOvr>
    <a:masterClrMapping/>
  </p:clrMapOvr>
</p:sld>
</file>

<file path=ppt/slides/slide45.xml><?xml version="1.0" encoding="utf-8"?>
<p:sld xmlns:a="http://schemas.openxmlformats.org/drawingml/2006/main" xmlns:r="http://schemas.openxmlformats.org/officeDocument/2006/relationships" xmlns:p="http://schemas.openxmlformats.org/presentationml/2006/main">
  <p:cSld name="Slide 45">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Tree>
  </p:cSld>
  <p:clrMapOvr>
    <a:masterClrMapping/>
  </p:clrMapOvr>
</p:sld>
</file>

<file path=ppt/slides/slide46.xml><?xml version="1.0" encoding="utf-8"?>
<p:sld xmlns:a="http://schemas.openxmlformats.org/drawingml/2006/main" xmlns:r="http://schemas.openxmlformats.org/officeDocument/2006/relationships" xmlns:p="http://schemas.openxmlformats.org/presentationml/2006/main">
  <p:cSld name="Slide 46">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Tree>
  </p:cSld>
  <p:clrMapOvr>
    <a:masterClrMapping/>
  </p:clrMapOvr>
</p:sld>
</file>

<file path=ppt/slides/slide47.xml><?xml version="1.0" encoding="utf-8"?>
<p:sld xmlns:a="http://schemas.openxmlformats.org/drawingml/2006/main" xmlns:r="http://schemas.openxmlformats.org/officeDocument/2006/relationships" xmlns:p="http://schemas.openxmlformats.org/presentationml/2006/main">
  <p:cSld name="Slide 47">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47</Slides>
  <Notes>47</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47</vt:i4>
      </vt:variant>
    </vt:vector>
  </HeadingPairs>
  <TitlesOfParts>
    <vt:vector size="50"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lpstr>Slide 17</vt:lpstr>
      <vt:lpstr>Slide 18</vt:lpstr>
      <vt:lpstr>Slide 19</vt:lpstr>
      <vt:lpstr>Slide 20</vt:lpstr>
      <vt:lpstr>Slide 21</vt:lpstr>
      <vt:lpstr>Slide 22</vt:lpstr>
      <vt:lpstr>Slide 23</vt:lpstr>
      <vt:lpstr>Slide 24</vt:lpstr>
      <vt:lpstr>Slide 25</vt:lpstr>
      <vt:lpstr>Slide 26</vt:lpstr>
      <vt:lpstr>Slide 27</vt:lpstr>
      <vt:lpstr>Slide 28</vt:lpstr>
      <vt:lpstr>Slide 29</vt:lpstr>
      <vt:lpstr>Slide 30</vt:lpstr>
      <vt:lpstr>Slide 31</vt:lpstr>
      <vt:lpstr>Slide 32</vt:lpstr>
      <vt:lpstr>Slide 33</vt:lpstr>
      <vt:lpstr>Slide 34</vt:lpstr>
      <vt:lpstr>Slide 35</vt:lpstr>
      <vt:lpstr>Slide 36</vt:lpstr>
      <vt:lpstr>Slide 37</vt:lpstr>
      <vt:lpstr>Slide 38</vt:lpstr>
      <vt:lpstr>Slide 39</vt:lpstr>
      <vt:lpstr>Slide 40</vt:lpstr>
      <vt:lpstr>Slide 41</vt:lpstr>
      <vt:lpstr>Slide 42</vt:lpstr>
      <vt:lpstr>Slide 43</vt:lpstr>
      <vt:lpstr>Slide 44</vt:lpstr>
      <vt:lpstr>Slide 45</vt:lpstr>
      <vt:lpstr>Slide 46</vt:lpstr>
      <vt:lpstr>Slide 47</vt:lpstr>
    </vt:vector>
  </TitlesOfParts>
  <Company>Created using Slidev</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L02: How LLMs Code (Under the Hood)</dc:title>
  <dc:subject>EECS 498 AASE — Lecture 02
Applied Agentic Software Engineering, UMich Fall 2026
</dc:subject>
  <dc:creator/>
  <cp:lastModifiedBy/>
  <cp:revision>1</cp:revision>
  <dcterms:created xsi:type="dcterms:W3CDTF">2026-09-03T18:29:32Z</dcterms:created>
  <dcterms:modified xsi:type="dcterms:W3CDTF">2026-09-03T18:29:32Z</dcterms:modified>
</cp:coreProperties>
</file>