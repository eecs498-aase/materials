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box. Theory lecture. No live coding today.
The payoff lands next lecture (L03) when the Big Three framework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opener: why bother with theory. When it doesn't work, mental models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function. Verbose costs 4× more.
Not "more informative" — more expensive and more distracting.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Rose accent on the surprising one — quality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to land: 32× the text is not 32× the cost, it is 1000×.
This is why "just paste the repo in" fails on a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fixed break. Prompt is the chat_break field in overview.md.
Think about a long conversation with an assistant that got worse toward
the end. What did you do — new chat? re-explain? Now say what was
actually happening, in today's vocabulary.
Don't police vocabulary. The point is translating their own experience
into the model we just built. Two or three answers out loud,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deepest reason to manage context: accuracy. Not cost.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axes. Confusing them = bad model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assert this — promise the experiment. Everyone runs the same repo on
both models over the next two weeks. That beats any benchmark I could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doesn't the model just look things up? Because the core inference doesn't.
Tools wrap it. You build those in week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How LLMs Code (Under the Hood)</dc:title>
  <dc:subject>EECS 498 AASE — Lecture 02
Applied Agentic Software Engineering, UMich Fall 2026
</dc:subject>
  <dc:creator/>
  <cp:lastModifiedBy/>
  <cp:revision>1</cp:revision>
  <dcterms:created xsi:type="dcterms:W3CDTF">2026-09-03T13:59:13Z</dcterms:created>
  <dcterms:modified xsi:type="dcterms:W3CDTF">2026-09-03T13:59:13Z</dcterms:modified>
</cp:coreProperties>
</file>