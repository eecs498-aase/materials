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box. Theory lecture. No live coding today.
The payoff lands next lecture (L03) when the Big Three framework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opener: why bother with theory. When it doesn't work, mental models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previous slide: getOrderById really does come
back as get / Order / By / Id, and here are the numbers.
Two things to point at if there is time. The dot in the middle of a chip
is a leading space, which is part of the token, so " order" and "order"
are different tokens. And "(order" is one token: the tokenizer swallowed
the paren with the word, which is why token counts are hard to guess.
Caveat if asked: these IDs are o200k_base. qwen3.5 uses a different
vocabulary, so the numbers differ. The idea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function. Verbose costs 4× more.
Not "more informative" — more expensive and more distracting.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Rose accent on the surprising one — quality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the model is choosing what follows "httpx." and to do that it
scores every token already in the window, not just the nearby ones.
Thickness is attention weight. Then the setup for the next slide: this
whole picture happens again for the token after "get", and again after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to land: 32× the text is not 32× the cost, it is 1000×.
This is why "just paste the repo in" fails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Prompt is the chat_break field in overview.md.
Think about a long conversation with an assistant that got worse toward
the end. What did you do — new chat? re-explain? Now say what was
actually happening, in today's vocabulary.
Don't police vocabulary. The point is translating their own experience
into the model we just built. Two or three answers out loud,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deepest reason to manage context: accuracy. Not cost.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Confusing them = bad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assert this — promise the experiment. Everyone runs the same repo on
4b and then 9b over the next two weeks. That beats any benchmark I could
show. Be clear that frontier is the rung they are NOT on: it is here to
name what they are giving up and why, not as something they get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doesn't the model just look things up? Because the core inference doesn't.
Tools wrap it. You build those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the room files out. Not assessed, not required.
The tokenizer video is long; tell them the first 30 minutes is the part
that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How LLMs Code (Under the Hood)</dc:title>
  <dc:subject>EECS 498 AASE — Lecture 02
Applied Agentic Software Engineering, UMich Fall 2026
</dc:subject>
  <dc:creator/>
  <cp:lastModifiedBy/>
  <cp:revision>1</cp:revision>
  <dcterms:created xsi:type="dcterms:W3CDTF">2026-09-03T18:35:32Z</dcterms:created>
  <dcterms:modified xsi:type="dcterms:W3CDTF">2026-09-03T18:35:32Z</dcterms:modified>
</cp:coreProperties>
</file>