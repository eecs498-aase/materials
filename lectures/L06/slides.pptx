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Apply and opens Analyze. The room is three days into the build and
has working F1 to F3, so every argument today can be made against their own
source rather than against somebody else's tool.
Nothing about Analyze is due next week. Say that more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Do not audit the room and do not ask who is behind; the office
hours conversation is the place for that.
The point of the slide is that they hold a real artifact. Everything today is
argued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how L05 closed. Today it becomes theirs, and in three weeks it stops
needing them.
Tuesday made the argument with Aider and a demo. Today the same argument gets
made with their source code, which is a much harder place to hide.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"Aider is not agentic." Tuesday already rejected that, and they will
remember. Aider has a loop, tools, planning in architect mode, and session
state.
Fixed means the repertoire was decided when the program was written, not when
it ran. Shallow means nothing in a turn is chosen because of something
discovered two steps earlier, since there are no two steps earlier.
None of the three is an insult. A pair-programmer that narrowed its own scope
would be a worse pair-programmer.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lecture turns on. Put their code on the screen if you can
get a volunteer's repository up; otherwise read the requirement numbers and let
them find them.
F1.4 is a fixed repertoire written down as a requirement: their program has
exactly one thing it does with a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They do not think of it as an approval layer and it is exactly one.
Their program is constitutionally incapable of changing a file they did not put
in front of it and did not say yes to. Hold that thought for forty minutes; the
second half is what happens to it when a shell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vocabulary away and this is all a pair-programmer is.
Take the first away and the program has to find its own context, which is a
search problem. Take the third away and it has to know when it is done, which
is a stop-condition problem. Both arrive later in the course.
Number two is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and leave it up for a beat.
Not new intelligence, not a better model. The same model, handed a set of
actions and a loop that lets it pick the next one, behaves like a different
category of software. Everything people find strange about agentic tools
follows from that single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file sounds redundant when /add exists, and the difference is the whole
point. /add is them choosing. read_file as a tool is the program choosing,
which means it can go and look at something nobody mentioned because of
something it saw two steps ago.
Flag run_command and move on. It gets fifteen minutes after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describe each tool as a name, a description, and a parameter schema. The
model replies with a structured request rather than text.
Walk the JSON slowly. This shape is the entire reason an approval layer is
possible at all: there is a moment, after the ask and before the act, that
belongs to code they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out of the first half.
If a student objects that Claude Code clearly ran commands on Tuesday: it
asked, and the harness ran them, having consulted a permission setting. Same
shape, more polish.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lines and the pair-programmer's loop is gone. Nothing in there says which
file to read, what the next step is, or when to stop.
The model supplies all three, turn after turn, from inside a single request the
user typed once.
This is week 5's lab. They will write this exact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explicit, because the loop slide reads as a loss of control and it
is not, quite.
Tie it back to Tuesday's question, which is now answered from the inside: who
picks the next action. In week 5 their own code will be the thing that stopped
picking.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that runs until the model says it is finished will sometimes not finish.
Same tool, same arguments, forever. Or it decides a task is complete when it is
not.
Their F6.10 already restores every affected file when an apply fails. That
requirement gets considerably more interesting when the thing being interrupted
is a loop rather than a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Zoom, we're on break."**
Circulate. Five minutes.
**"OK, Zoom, we're back."**
Take two or three. Listen for whether anybody reaches for a rule rather than a
yes or no. If somebody does, that is the second half and you can name them for
it. If nobody does, say so out loud and use it as the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 fact and they should hear it from you before they read it in the
spec: the first increment they committed this week is in the same history as
the agent they gate in week 7.
It is also the cheapest authenticity evidence the course has, though you do not
need to say that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weeks 5 to 7. Week 4 belongs to Apply, and the spec itself does not
land until October 6, when the build is due.
Week 5 is the week the program stops being a pair-programmer. Week 6 is where
the human actually leaves. Week 7 is where they find out what that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this plainly. Some of them have read about the tools in the June version
of this course and will expect those things here.
Every item is a week in Create, weeks 10 to 13, and they will be adding it to
an agent they wrote rather than to a tool somebody handed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Leaving week 7 with a measured list of everything your agent cannot do is not a
failure report.
It is the only honest way to start the second half of a course like this, and
it is why Analyze ends in a teardown report rather than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F7.3 and F7.5. They built this and it works.
Emphasize "complete". There is no hole in it today, because git's model of the
world is files and files are the only thing their program touches.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slowly and let the list land. The net now has a hole in it the exact size of
everything git does not track.
And the loop issuing those commands is on their own laptop, driven by a 9B
model they have watched be confidently wrong for two weeks.
An earlier version of this course scheduled the permission model for week 10.
That is five weeks of unsupervised shell access with nothing in front of it,
which is not a pedagogical risk, it is a broken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 four they have already written, for files. Point back at the F6.5
diff and the F6.6 yes.
Step one is the one worth dwelling on. After the model asks and before your
code acts, there is a moment that belongs to them. Everything else is what they
choose to do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ships in week 5 with run_command because nothing else is protecting
the machine, and because it is genuinely ten lines.
The rules file waits a week on purpose. This is the design's own advice turned
into a schedule: build the manual path, live with it, then write rules. They
will want to skip to the rules. Tell them the week-6 lab depends on having a
week of their own traffic to write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runs v0 against a fixed task with nobody in the room, so an agent that
asks about every command cannot pass.
So the gate does not really measure whether the agent works. It measures the
allowlist. Hackathon 2 in week 7 is a room full of people finding out which way
they got it wrong.
The teardown report asks the question only the log can answer: which rules did
you loosen to pass, and what did that cost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caption out loud. A student who leaves thinking Analyze work starts
Monday will spend the most valuable supported build time of the phase on the
wrong thing.
The spec does not exist for them until October 6, the day the build is due.
That is deliberate: they never hold two graded specs at once. Analyze arrives
in the lectures first and on paper later.
Lab02 is increments, tests, and reconciling what they built against the design
document they wrote. Bring the runnable increment to the hackathon; the feature
prompt is revealed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through questions.
Number two comes back in week 6 as an actual file they write. Number three is
the one that makes them better engineers this week, because it is a question
about their own build's logging and they can act on it in Lab02.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to L07.
For two weeks the endpoint has been one line of configuration and a
client.chat(messages) call somebody else wrote. That seal comes off on Tuesday,
and Analyze starts in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L06: From pair-coding to agent orchestration</dc:title>
  <dc:subject>EECS 498 AASE — Lecture 06
Applied Agentic Software Engineering, UMich Fall 2026
</dc:subject>
  <dc:creator/>
  <cp:lastModifiedBy/>
  <cp:revision>1</cp:revision>
  <dcterms:created xsi:type="dcterms:W3CDTF">2026-09-14T18:12:19Z</dcterms:created>
  <dcterms:modified xsi:type="dcterms:W3CDTF">2026-09-14T18:12:19Z</dcterms:modified>
</cp:coreProperties>
</file>