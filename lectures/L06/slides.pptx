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was handed the build this week
and, on track, is inside the design rather than running code, so every argument
today is made against their own specification,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has code; the office
hours conversation is the place for that. On track on Thursday means inside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they hold a real specification. Everything today
is argued against it, by requirement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L05's last slide said "Thursday, the loop stops being someone else's". It is
Thursday. Today the loop is theirs as a specification, it becomes theirs as
code across the build,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let them find the IDs in their own copy.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The three calls are
the three verbs from the last slide; a reply may carry one or several, which is
why the loop slide iterates over the array.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design they commit this week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finish
the design,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2026-09-17T13:43:27Z</dcterms:created>
  <dcterms:modified xsi:type="dcterms:W3CDTF">2026-09-17T13:43:27Z</dcterms:modified>
</cp:coreProperties>
</file>