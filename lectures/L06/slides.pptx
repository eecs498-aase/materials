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The room was handed the build this week
and, on track, is inside the design rather than running code, so every argument
today is made against their own specification, by requirement ID,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audit the room and do not ask who has code; the office
hours conversation is the place for that. On track on Thursday means inside the
design, and the rubric reads that order out of git history.
README's reading order is EXAMPLES.md, then SPEC.md and RUBRIC.md; SPEC.md is
the staff contract, seven features with requirement IDs. The other two bullets
are what they write: L04's spec discipline grows into them, the system design
is what the increment specs cite, and each increment spec (specs/, one per
Aider increment) is the bounded, ordered kind they wrote for taskr.
The point of the slide is that they hold a real specification. Everything today
is argued against it, by requirement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L05's last slide said "Thursday, the loop stops being someone else's". It is
Thursday. Today the loop is theirs as a specification, it becomes theirs as
code across the build, and in three weeks it stops needing them.
Tuesday made the argument with Aider and a demo. Today the same argument gets
made with their specification, which is a much harder place to hide, because
every requirement has a number.
Place the title's word once. L01's fourth wave and Tuesday's fifth rung call
many agents at once orchestration, and that is Create. Today it means the
harness's job: deciding what the model may choose from, and enforcing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edit, resend a miss up to three times (the number Lab01 gave them), run
the configured tests, plan first in architect mode. On the third try it has the
moves it had on the first. Shallow means nothing in a turn is chosen because of
something discovered two steps earlier, since there are no two steps earlier;
the offer to add a file (L03) routes through their yes, and the repo map
(Lab01) is a fixed ranking rule. Human-framed: Aider writes and commits before
asking, so for two weeks the turn ended at the commit and their /undo. L01 put
Aider in the third wave, a tool that reads and keeps going; finish the sentence
for them: inside a boundary they drew.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SPEC.md on the screen and read the
lines; let them find the IDs in their own copy.
Section 1's "what this program is not" is a fixed repertoire written down as a
requirement: the list of things it will not do is longer than the list it will.
F1.4 makes every request the same three things and F5.1 parses one complete
reply; F1.5 trims rather than reads when the budget is hit. Shallower than
Aider: no repo map, no offer to add a file. Their program is more human-framed
than the tool they are building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and it is one Aider does not have: Aider writes and commits, and /undo is the
recovery.
F5.4, F6.2 and F6.7 make it a mechanism rather than a request: a block naming a
file outside the selected set is rejected however confidently the model asked,
and F4.4 says the prompt is not what enforces it.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One is L03's
context lever; two is its prompt lever, one bounded task per turn, which
Tuesday called where the task ends; three is the commit and /undo for Aider,
and the yes or no at the prompt for their build.
Lab01's harness table had four rows: what the model sees, what happens to a
reply, what comes next, what survives the session. These are the first three
from the person's side; the fourth is on v0's exclusion list.
Number two is today. Taking it away forces the other two: a program choosing
its next step has to choose what to read (a search problem) and when it is
finished (a stop-condition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They still type the goal. What they stop supplying is the next step. Not new
intelligence, not a better model (L03: the failure was never the model, and the
fix is not the model either). The same model, handed a set of actions and a
loop that lets it pick the next one, behaves like a different category of
software.
If someone says L04's architect run already did this: they pasted a whole spec
and read the result, but the spec listed its steps in order so the model would
not have to discover them. Decision two, supplied in advance. An agent
discovers the order as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L02's rule survives the move: the best context is the smallest that holds the
relevant information. A model picking its own reads is filling its own
haystack, which is one reason the stop conditions are code.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The three calls are
the three verbs from the last slide; a reply may carry one or several, which is
why the loop slide iterates over the array.
Walk the JSON slowly. This shape is the entire reason an approval layer is
possible at all: there is a moment, after the ask and before the act, that
belongs to code they wrote. L04 showed them that moment already, as the
architect pause: the cheapest place to catch a misunderstanding, because
nothing has touched disk.
Lab02's example does this with a JSON action their own parser recognizes rather
than native function calling. Same shape; either is a valid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L02 said it in week one: the core
inference call has no lookup and no hands; tools are wrapped on by a program,
and they were told they would write those tools in week 5. This is that
promise being kept.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Read the table by row: the model's output is still text in both
columns; every read, write and command is still executed by code they wrote;
the only cell that changes is who picks the next action.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They have the beginnings of the last one. F6.6 says an interrupt at the prompt
writes nothing; F6.10 restores every affected file when a write fails part way.
What Stage 1 scopes out, a crash mid-write, is what an unattended loop has to
survive.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Analyze packet: the design they commit this week is in the same history as the
agent they gate in week 7. Lab01 called this milestone M2; the packet calls it
v0.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Analyze packet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F7.5 and F7.6. They are designing this, and the spec is exact about it.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4B
or a 9B, models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already in their specification,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stalls, and L01 told them gates are scored rather than
passed: it earns whatever it finished before it stalled.
So the gate does not really measure whether the agent works. It measures the
allowlist. They can run it at home all week; hackathon 2 in week 7 is the
observed attempt,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Analyze packet does not exist for them until October 6, the day the build
is due. That is deliberate: they never hold two graded specs at once. Analyze
arrives in the lectures first and on paper later.
Lab02 opens with forty minutes on a stockroom app: functions become actions the
model requests, in the shape they saw an hour ago, one increment built with
Aider from an increment spec. Then seventy minutes of supported build: finish
the design, then increments and tests, reconciled against design/SYSTEM.md.
Hackathon 1 is two hours on a supplied, working application: they design and
build its AI capabilities from a prompt revealed in the room and submit inside
the session. It does not depend on their build and nothing from it goes into
their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whose title says "the client you were handed".
For two weeks the endpoint was one line in Aider's configuration and a client
somebody else wrote. This week they are writing their own against ENDPOINT.md:
the request, the roles, the stream. Tuesday opens both, the one they were
handed and the one they are writing,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2026-09-17T13:46:14Z</dcterms:created>
  <dcterms:modified xsi:type="dcterms:W3CDTF">2026-09-17T13:46:14Z</dcterms:modified>
</cp:coreProperties>
</file>