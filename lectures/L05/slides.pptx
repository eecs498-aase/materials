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lab sections have already met. Do not preview Lab01 and do not reveal the
build; they have both. This lecture surveys the category Lab01 opened.
Claude Code appears on this machine only. Nobody in the room needs an account,
and no slide asks for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of recall, no more. Monday's room did this yesterday, Tuesday's
finished ninety minutes ago, so this is a pointer and not a recap.
Lab01's table, unchanged. It is here because the whole lecture is about that
right-hand column, and because the answer they gave yesterday is about to get
one row longer.
Read down the right side and stop. Do not answer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Lab01's slide, as they saw it. Do not re-teach it: ask them to name the three
boxes and move.
The three boxes are five of the six steps, which is the point of putting it
back up. Assemble the request. The model answers. Parse the reply and apply
it. Record it. Nobody drew them as a numbered line yesterday, and the next
slide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before this drew three boxes. This is the same thing as a line,
because the argument needs an order to point at.
Five of the six were on that diagram. Step 5 is the one it does not draw, and
the next slide is why.
The number to land: exactly one of six belongs to the model. Ask for it out
loud rather than saying it. At every other step the thing deciding what
happens next is them, or a rule somebody wrote down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in these words: a block that does not match is normal, not
exceptional. The model quotes the lines it wants to replace, and the quote has
to match the file exactly. One line it remembered wrong, and the block does not
apply. Aider sends the miss back as the next prompt and runs step 2 again, up
to three times, then it stops and tells you.
This is the slide that keeps the "Aider has a loop" claim honest twenty
minutes from now, so do not skip it.
Repair is the only backward arrow in the whole sequence, which is why it was
not on Lab01's diagram: three boxes left to right cannot draw it.
The two things that make it a fixed loop rather than a decision: it always
re-enters at the same step, and the repertoire it re-enters with is the same
one it started with. Nothing new becomes possible on attempt two.
Say the retry limit. Three, then it stops. A loop with a counter is still a
loop, and it is still not choosing.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instrument. One question, asked of any tool, now or in three
years when all of today's names have changed.
Say that out loud: the names on these slides will age badly and the question
will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it once, fast, one sentence each. The detail is in content.md and they
do not need all of it.
The dashed line is the slide. Rungs 1 to 3 differ in how much they automate.
Rung 4 differs in who decides. That is a change of kind, not of degree.
Lab01 names three milestones for the build: M1 pair-programmer, M2 agent, M3
assistant. Those are the shapes one repository passes through; the rungs are
where any tool sits. M1 is rung 3, M2 crosses the dashed line to rung 4, M3
stays there and hardens it. Say it once so the two ladders do not compete.
Monday's room heard the older closing without the milestone names, so say
them as if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rung 3 sound primitive. Aider runs commands, loops on test output,
and commits. What it does not do is pick the next task.
If someone says "so Aider is not agentic," push back: it has the parts, and we
are about to check that claim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trade is the entire gradient. Everything else is detail.
Do not quantify it. Any multiple you say out loud will be wrong by next month
and somebody will quote it back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this is aimed at: reaching for the most autonomous tool available
because it is the most autonomous tool available.
Ask when they would rather have the bounded version. Answers you are hoping
for involve knowing exactly what to change, or a blast radius they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them once. The next slide is where the work happens, so do not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surprises the room, so let it. They expect a column of
crosses.
Anyone who has configured lint and test commands has watched the loop run. Ask
if someone has; it lands better from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sentence the lecture turns on.
Not which primitives exist. Which of them the human still holds.
The six steps, for the callback: 1 assemble, you and Aider per the table.
2 answer, the model, text out. 3 parse, Aider by a fixed rule. 4 apply,
Aider, or it refuses. 5 repair, only if 4 failed, and it re-enters at 2.
6 commit, Aider, every time. One of six belongs to the model. At every other
step the chooser is you or a rule somebody wrote down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plainly: no new model capability is required to cross this line.
The same model, given a tool menu and a loop that lets it pick, behaves like a
different kind of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Five minutes. Circulate.
Everyone names a capability; that half is easy. The half that separates the
room is the guardrail, and the second half of this lecture is an hour-long
worked example of it. If nobody reaches it in the answers, say so and use it as
the transition.
**"OK, Zoom, we're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Attendance question, about a minute, and it counts. Full text in
`assets/poll-everywhere.md`.
Switch to the browser tab, set it live, read the question and all four options
aloud, give it sixty seconds, show results, come back.
The div is deliberate: the theme uppercases section subtitles and an uppercased
URL path is a different path. Do not "fix" it to an h2.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request as lesson three, deliberately. One task at two rungs is the only honest
comparison available in eighty minutes.
Nobody needs the taskr recap. They have been living in it for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here and drive it. Runbook in `assets/demo-runbook.md`;
there is no recording behind this, so if the network is down see `assets/demo-fallback.md`.
Narrate the decisions, not the typing. Every time it picks a file, say that
nobody told it to.
Rehearse this before delivering. What it actually does today is a fact about
today's build, not something these slides can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this as illustrative shape, not a transcript of the run they just
watched. The live run is the evidence; this is the pattern.
The question to leave hanging, because the next section answers it: who stops
a run that is going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whether the demo went well or badly, and say it after rather than
before, so it does not read as pre-emptive excuse-making.
Speed is not the lesson. A tool that gets to the same place faster is a
convenience; a tool that decides which place to go is a different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sentence today: the model can only choose from what the
harness exposes, and only under the conditions the harness enforces.
In Analyze they write this box. Say that here; it is the first time the phase
ahead has a concrete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it to the specification they were handed: F6, preview, approval and
application. Lab01's closing table already put it in front of them as the rule
they will write.
Do not answer the question on the slide. It is Analyze's, and Lab03's.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met this line in Lab01. Repetition is the point: it is the design rule the
whole course keeps returning to.
Concretely: a prompt asks the model to stay inside the selected files, and
validation is what actually keeps it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happens without one. You are looking for "it runs forever" and then,
better, "it does damage forever."
This is a design problem, not a model problem, which is the through-line of the
whole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anxiety in the room after a demo like that one is that they are building
last year's tool. Address it directly.
Skip these mechanisms and adding a loop on top just means failing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diagnostic discipline as lab, applied to a longer chain. In lab the three
levers were context, model and prompt; here the chain is longer and the
evidence is the run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once and move. Everything here is also in their repository and on the
schedule.
Bring a runnable increment to the hackathon; the prompt is revealed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Number two is the one that comes back in
Analyze, and number three is the one that makes them better engineers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L06 closes Apply and hands over to Analyze, where they write the
box from the harness slide rather than watching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L05: Modern agentic CLIs</dc:title>
  <dc:subject>EECS 498 AASE — Lecture 05
Applied Agentic Software Engineering, UMich Fall 2026
</dc:subject>
  <dc:creator/>
  <cp:lastModifiedBy/>
  <cp:revision>1</cp:revision>
  <dcterms:created xsi:type="dcterms:W3CDTF">2026-09-15T16:57:15Z</dcterms:created>
  <dcterms:modified xsi:type="dcterms:W3CDTF">2026-09-15T16:57:15Z</dcterms:modified>
</cp:coreProperties>
</file>