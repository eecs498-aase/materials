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lab, and the idea the rest of it hangs off. They have spent
two weeks inside what looks like a chat, and it is not one. There is a single
block of text, assembled from nothing every turn, and Aider writes every part of
it including the half that appears to be theirs.
Do not rush this section. The budget, the cache, the stale file and the silent
undo are all consequences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last one out loud. Aider wrote their irritation, interrobang included,
and sent it over their name.
None of this is Aider deceiving them. The chat format has two roles and a
harness has to put machine-generated context somewhere, so it goes in the user's
slot. But the model has no way to tell which of those messages a person typed.
Ask the room: if the model is told a human wrote something a program generated,
what is it supposed to do with the words "trust this message"? That question is
the whole grounding problem, and the rest of the deck answers it.
Their build makes this decision too. Anything it sends that the user did not
type is a message it is authoring on the user's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two is the one that lands. Aider writes replies for the model, "Ok, any
changes I propose will be to those files", and puts them in the history, so the
next turn reads as a dialogue that has already agreed with itself. The model
never said it.
Row three is worth saying slowly. The instruction that tells the model which
edit format to produce is appended to the end of the student's own message. What
the model reads as the request is not what they typed.
There is a cost hidden in row three that comes back later: when the context is
nearly full, that reminder is the thing dropped to make room. The instruction
keeping the output parseable is sacrificed exactly when the model is most likely
to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repo map slides are evidence for, so put it up before them
rather than after.
A harness is not mainly a parser or an editor. It is a policy for what to spend
a finite window on, and every design difference between one tool and the next
comes back to that policy. Aider's is visible and mostly manual: they add the
files, it fills the remainder with a ranked guess.
Their build has this problem on day one and the packet does not solve it for
them. What gets sent, what gets refused, and what happens when the required
input alone will not fit are all their decisions to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now carries what the separate map-cost slide used to say, because two
diagrams of the same budget read as two unrelated facts (instructor note
2026-09-13).
Walk the two bars. Nothing about the early turn is wrong; the later turn is the
same prompt after the history has grown, and the thing that stops fitting is
their own message. Everything above it was spent before they typed.
The bold line is the map's part in that. It is charged to the same budget as the
files it was guessing about, which on a 4B can be a third of the window spent
describing files the model then cannot see inside. That is why aider-practice
turns it down, and it is why the map is out of scope for the build. Say so, so
nobody spends week 4 on it.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the old version of this section had four slides and two of
them showed the same seven-part list in different groupings, which is what made
it read as confusing. It is three slides now and they argue in a line: here is
the order, here is why the order was chosen, here is what ruins it.
The one sentence to open with, because everything here follows from it: the
model keeps nothing between turns. Turn twelve sends everything turn one sent,
plus more. Every design decision in this section exists because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rather than a numbered list of seven, because the grouping is the
point and the exact ordinal of each part is not.
Do not explain why yet. Put it up, say that the order is deliberate and looks
strange, and let the next slide pay it off. If someone guesses the reason before
you get there, that is the best outcome available.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previous slide makes sense. Work the two rows and then point back.
This is not the model remembering. Nothing is remembered between sessions. It is
the serving layer recognising text it has already processed and picking up where
it left off, and it holds on the course endpoint as much as on a hosted API. The
plumbing differs, a hosted API marks the points explicitly and a local server
reuses the longest opening it recognises, and the rule is identical either way.
Then land the bold line against the order slide: the parts that change every
turn were put at the end so that changing them costs the least. That is a real
design principle and it is worth more to them than the mechanism itself.
If they want dollar figures, quote the provider's current pricing page rather
than a number from memory. What they will feel on their own machine is the
wait before the first token,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all verified in the source, and the third is the one nobody
guesses.
Ask mode is not a smaller code mode. It is a different system prompt with the
worked examples removed, and it sits at the very front, so flipping between ask
and code throws the whole prefix away rather than part of it. A quick question
mid task is not free.
Adding a file changes the file block and the repo map, because files in the chat
come out of the map.
The third: by default the map is rebuilt from the filenames and identifiers
found in the message just typed. Mention a file in passing and the map moves.
Aider knows, which is why turning caching on quietly switches the map to a
stabler refresh mode.
The habit worth giving them: settle the file set before starting, and keep a
question in its own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once they understand the prefix: after an edit lands, does
the model get told, or does the text change under it? Both, and the second
matters more.
The file block is rebuilt from disk on every turn, so there is exactly one copy
of each file in the prompt and it is current. Aider also adds a sentence, in the
student's voice, saying it committed with a given hash.
The last line is worth saying out loud. A file they edit themselves in another
window is picked up on the next turn with no announcement at all. Nothing in the
transcript marks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consequence carefully, because this is where the room usually gets a
surprise.
Old copies of the file never pile up: that block is reassembled every turn. But
the model's replies stay in the history word for word, and those replies are
full of search blocks quoting the old text exactly. So the model's record of the
previous version is whatever it happened to quote, which is precisely the lines
it chose to change and nothing around them. A biased sample of the past.
Which explains the line in Aider's own prompt warning that other messages may
hold outdated contents. It is not defending against its own file blocks, it is
defending against the model's memory of its own edits, and all it can do is
issue an instruction and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Aider can send the model a note when an edit is undone, but only for a handful
of models, and the course configuration is not one of them. So on qwen the undo
is silent.
Put the pieces together with the room. The file reverts. The model is told
nothing. Its own search block for the edit that no longer exists is still in the
history. Ask it for a follow-up change built on that edit and the block will not
match, and the only feedback it gets is that the match failed.
This is the single clearest case of a harness failing to keep a model grounded,
and it is why their specification requires undo to be an owned, current-session
operation on a clean target. That requirement is not bureaucracy, it is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into a discussion 2026-09-13. It was two dense tables at the end of a
long taught half and it read as a summary nobody asked for.
It is now a short argument followed by real questions. The tables are the
material for the discussion, not the point of the section. Put one up, give them
the line, and then get out of the way.
The question some of them have been holding for two weeks is why this course
teaches on Aider rather than the tool everyone talks about. Answer it here, once,
and answer it honestly rather than defending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down it and resist making the left column win. Each line is a single design
choice seen twice, which is what a trade-off actually is, and the right column is
not a list of bugs.
Do not spend long here. The rows are the raw material for the questions two
slides on, and the discussion is worth more than your commentary.
The row to expand if you expand one: forgetting between sessions is not a
limitation of the model. Every tool of this kind does it. Continuity is the
harness re-sending, which is the first thing they learned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and the real answer to why this lab is worth two hours. All three
rungs solve one problem, getting the right text in front of the model, and they
differ only in who does the choosing.
Aider stands on the first two with the joins showing. A more automated tool makes
the same decisions without displaying them, which is exactly what makes it a
worse thing to learn on and a better thing to use.
Stop at context. Who picks the next action is tomorrow's lecture and it has a
live demo for it, so do not pre-empt it.
Then the bold line, which is the promise: none of this is magic, it is machinery,
and they start writing it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and let them talk. Five minutes, and it is fine if only two of the
three get air.
One is the honest one: somebody will say they would never ship a tool that
forgets everything, and that is a real design position with a real cost, which is
the whole point of the ledger.
Two is the bridge to tomorrow's lecture and to Analyze, so take an answer and
leave it open rather than resolving it.
Three is the one that makes them better engineers this week. It comes straight
off the error-message slide: the audience for a failure might be the user, the
model, or the log, and choosing wrong is why so many of their sessions will
stall. Their failure-path tests are worth eight points.
If the room is flat, ask three directly at one person's build rather than at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it comes after the ledger.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The Aider versus agentic CLI comparison that used to follow this slide is gone,
because L05 delivers exactly that the next day with a live demo behind it. Do
not reconstruct it here.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2026-09-13T23:17:47Z</dcterms:created>
  <dcterms:modified xsi:type="dcterms:W3CDTF">2026-09-13T23:17:47Z</dcterms:modified>
</cp:coreProperties>
</file>