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connects the tool students have used to the system they will design. The future-tool comparison stays here. Finish instruction at minute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block starts at 65, not after an additional agenda segment. No one is expected to finish a substantial system spec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began in whole-file mode. Say that this is a simplified diff-mode trace, not a transcript claiming a particular model did exactly this. The feature spans CLI, task data,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responsibility diagram of Aider, not a required architecture for their project. Ask students to locate the filesystem write: the model has not acquired direct access to their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claiming a universal seven-part ordering; actual prompt composition depends on coder, model, and settings. Ask what the model would need to implement priority consistently across CLI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these files are relevant. This is an example selection, not an instruction to add every file. Read-only context still consumes space. /tokens gives a diagnostic, not a guarantee of implementation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Aider builds a graph of definitions/references and ranks useful portions. Do not promise the map includes every file or proves a dependency absent.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can be removed and what must survive. Their project will preserve system instructions, current request, and selected file contents, rejecting an oversized mandatory input rather than silently truncating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deliberately small illustrative block. It does not implement storage or validation. Ask what is missing. Reading only the happy-looking block would miss the incomplete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divider is a syntax error. A nonexistent path or zero exact matches can be a later validation error. Their design can separate those responsibilities; we grade outcomes rather than one function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partial application as untestable. It is testable with a different contract. Their stricter rule reduces recovery cases and makes the target state easier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Aider has real automation. Never say it cannot run commands or tests. Its normal task framing and available repair cycles differ from a general tool-selection loop.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Aider development commits distinct from commits created by the student assistant in a target repo. In Stage 1 the target is disposable and clean; owned HEAD commits can be undone. Running shell commands arrives later and has consequences git cannot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three minutes of the first block. Pair discussion, then take two answers. Seek the missing storage update or persistence test. Do not reward memorizing a source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10-minute diagnosis block. There may be more than one cause. Ask what evidence distinguishes two explanations before declaring the model too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the model is irrelevant or that every failure is context. Students can improve their harness and their prompts while still measuring model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four minutes to pairs and two for responses. A persistence round-trip test is a good answer. The student should infer a storage problem from evidence, not blindly add all files or switch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Exact room/time and the course model must be announced by staff; do not invent them. The existing project is preparation, but no separate hackathon solution is assigned. Build due the next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Students implement the endpoint client in Stage 1 and extend it for function calling in Analyze. No application code or tests are supplied. Do not hand out a module diagram as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student template. The transcripts describe expected behavior, not a captured staff run. This is a bounded application, not all of Aider. Students implement the context assembly, endpoint client and edit handling themselves. No application code or tests are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in EXAMPLES.md. Undo assumes an owned current-session HEAD and a clean target; a human commit or dirty tree requires refusal. Ask students to state what they would assert in a test. The model emits text; their program is responsible for these observable outcomes. Keep the project introduction within its existing time block by using these concrete examples to explain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cross-cutting requirements, not a hidden eighth feature. No scope cut accompanies the redesign. Point to SPEC.md for complete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is a shared external contract. Students choose its internal representation. base_url can include any path prefix; the client appends /chat/completions only. Aider has a separate YAML config. No Ollama-specific dependency belongs in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are learning to design within constraints. Different architectures can satisfy the same assignment. Future compatibility needs a rationale, not a premature plugin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substantial spec is not one giant context dump. Requirements map to planned tests; those test names need not exist in the initial design. Experiments are allowed when labeled and reconciled before the dependent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must show their system, not copy the Aider diagram. Mermaid is enough. Label unimplemented parts and tie component names to code once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points shown are within the build grade. Design can retain credit when implementation falls short, provided its claims and final status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contains each feature suballocation. Only one F4 outcome point depends on live-model success; honest unsuccessful evidence can earn live-reporting points. Students author all tests, including client protocol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evidence as concrete pointers, not log volume. No points for suffering and no repeated deductions for one missing feature across otherwise sound artifacts. Policy violations use academic-integrity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packet states the exact model IDs and observed-session exception. No frontier design followed by local implementation. Keep design and development sessions, disclose actual aliases and known quantization.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15-minute project block. Dates remain Sep 25 for the build and Sep 24 for hackathon 1. Do not promise a workload estimate. A runnable slice early reduces integration surprises.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comparison in lab. It is a mechanism comparison, not a claim that Aider lacks automation or that an agentic CLI needs no human judgment. Claude Code is the concrete comparison; no subscription is required for Stage 1.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hypothetical trace, not an unobserved product demonstration. The model can choose actions only from what its harness exposes and permissions allow. Students build this responsibility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product feature details at mechanism level, avoid promising exact weeks for every branded feature. Their DEVELOPMENT.md starts the habit of writing instructions for a future session. Code and permissions enforce constraints that prose alone cannot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OpenClaw is a concrete future-system comparison, not a library students must adopt. Source: https://docs.openclaw.ai/concepts/architecture. Keep client/node connections distinct from the agent runtime; the gateway is not simply several agents on one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future comparison at minute 65. Ask for boundary reasoning, not December implementation. Students may change their answers as the course progresses.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Students launch aider directly using .env and the supplied Aider configuration; they implement bin/assistant themselves. The whole initial system spec is finished after lab, before application implementation. Use peer review plus staff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require every student to queue for a five-minute full-design review. Record unresolved questions and a follow-up path. Peer review concerns contracts, not sharing implementation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of the complete submission packet: design, diagrams, specs, code/tests, configuration example, DEVELOPMENT.md, operating README, evidence, AI_LOG.md, reflection, and sessions. All exact requirements and scoring live in their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2026-09-09T23:08:52Z</dcterms:created>
  <dcterms:modified xsi:type="dcterms:W3CDTF">2026-09-09T23:08:52Z</dcterms:modified>
</cp:coreProperties>
</file>