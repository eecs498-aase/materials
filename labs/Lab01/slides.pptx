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The first takes apart the tool they have been using since Lab00.
The second hands them the build and gives them 45 minutes to start designing.
Finish instruction at minute 65 and protect the work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the room settles and leave it up. The agenda is part of the
first block, not an extra segment in front of it.
Say out loud that the second half is genuinely office hours: they work, you
circulate, and nobody hands anything in today. Students who have been told all
term that labs end in a checkoff will not believe it unless you say it. The
slide no longer says so, so this is on you to say.
Do not preview the build past the word itself. The reveal is still yours to
make in the third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deck was missing. Sixteen practice lessons gave them the
muscle memory and none of the model, and the word "harness" is the one they
need, because it is the thing they build in Stage 1 and extend in Analyze.
Say the right-hand column out loud. The model's entire contribution is one
block of text. Every effect on their machine is the left column acting on it.
If anyone asks about models, endpoints or config: MODEL-POLICY.md, and it is
not today's subject. qwen3.5:9b recommended, 4B permitted, any compatible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negatives, and each one is a design decision somebody made rather than a
limitation of the model.
The third is the one that surprises people: there is no memory between
sessions. Continuity is the harness resending the history, which is why
history spends their token budget later in the deck.
The 4B and the 9B are asked for different reply shapes, whole files against
diffs. That is why a classmate's session looks different from theirs, and why
the trace in the next ten minutes may not match what they ran in practice.
Worth saying here, not worth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commands in the whole set touch the repository, and one of those is the
undo. That asymmetry is the approval layer they are about to build, visible in
a tool they already use.
/help lists more than this and the set moves between versions. Run it live if
asked rather than reciting.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met this request in the practice lessons, in whole-file mode. Today's
trace is diff mode and it is illustrative: a simplified turn, not a captured
transcript of a particular model. The three files matter later, when the
feature half-works.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Say up front that only step 2 belongs to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find the arrow that writes a file. There is not one leaving the
amber box. The model produced text, and a program decided what to do with it.
This is a picture of Aider, not a required architecture for their build. They
will draw their own version of this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claim a fixed seven-part ordering. What actually goes into the prompt
depends on the coder, the model and the settings, and it changes between
releases. The list above is the shape, not the wire format.
Ask what the model would need in order to add priority consistently to the CLI,
the task and the store. That question sets up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why these three files and not the whole package. This is one
sensible selection, not a rule to add everything. Read-only context still
costs budget. /tokens tells you what you are spending, and nothing about
whether the edit will be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excerpt is illustrative. Do not promise the map contains every file, and do
not use its silence as proof that a dependency is absent. When a student says
"the model should have known," check whether they added the file or only let the
map mention it. Source: https://aider.chat/docs/repomap.html
Cut from the slide and worth saying: a signature tells you where to look, it
does not tell the model how the function works. Students read a map line as
evidence the model understands the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they would drop first and what has to survive. Their Stage 1 contract
keeps the system instructions, the current request and the added file contents,
and refuses an oversized required input instead of silently trimming it. That
refusal is a design decision they have to write down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small and deliberately incomplete. Ask what is missing before you
say it: task.py never gains the field, store.py never writes it. A student who
reads only this block sees a finished feature.
Nothing has changed on disk yet. This is a proposal in a chat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design may split these across two functions or keep them in one. We grade
the error behavior, not the signature. What we do want is that a malformed block
and an unapplicable block are distinguishable to the person reading the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spaces are enough to break a match. Show the difference before you name it.
Partial application is not untestable, it is testable against a different
contract. Do not tell them one policy is the only defensible one. The stricter
rule is here because it makes the state after a failure trivial to state and
to assert.
Cut from the slide: Aider itself can fall back to looser matching and can keep
the blocks that did apply. Their Stage 1 contract does neither, and that is the
contrast worth drawing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clearly that Aider has real automation. It runs commands, it can run your
tests, and it can loop on their output. Never say it cannot.
The distinction that matters is who picks the next action. Here the harness has
a fixed repair cycle. In the tools we look at after the break, the model picks.
Source: https://aider.chat/docs/usage/lint-test.html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two kinds of commit apart: the ones Aider makes while they build, and the
ones their assistant will make in a target repo. In Stage 1 the target is
disposable and clean, so an owned HEAD commit can be undone safely. A human
commit on top, or a dirty tree, means their tool has to refuse.
Running shell commands arrives in the Analyze phase and brings consequences git
cannot undo.
Undo means resetting to the parent of a commit their own session created. It
will not touch a commit someone else made, which is the guard in "guarded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for two minutes, then take two answers. You are listening for the missing
storage write or the missing persistence test. Do not reward naming a source
file inside aider.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The habit to build: a symptom is evidence about which of the three
levers is wrong, and re-running the same prompt tests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back on "the model is too weak" every time it comes up today. Ask what
observation would distinguish a weak model from a missing file, and make them
answer before they change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this become "the model does not matter" or "every failure is
context." Both halves are real. The point is that the harness is the half they
are about to build, and it is the half they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in pairs, two for answers. A persistence round trip is the answer
you are hoping for: write it, restart, read it back.
Watch for the two reflexes you want to break. Adding every file in the package
is not diagnosis, and switching models is not diagnosis.
The exercise, which is no longer written on the slide: write the acceptance
criterion that was missing, and the test that would have caught it. Say it
twice; it is the whole point of the six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including logistics. Room, time and the model in the workspace are
announced by staff. Do not invent any of them here.
Say the accommodations line out loud: conflicts and accommodations go to staff
now, not the week of.
The caption is the only place in the deck a student sees the build deadline, now
that the after-lab slide is gone. Do not skip past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 40. Fifteen minutes. Everything here is also written down in their
packet, so do not read the rubric aloud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the question every student is holding: no
starter application and no supplied session module.
Point at CHECKLIST.md by name and say it is the submission list, so nobody
reconstructs one from these slides. GLOSSARY.md is where a word has a Stage 1
meaning that differs from its everyday one, and that meaning is the graded one.
They implement the endpoint client in Stage 1 and extend it for function
calling in Analyze.
Say the division out loud, since the slide no longer carries it: they run
`aider` to build the thing, and they write `bin/assistant` as the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EXAMPLES.md from the template and walk the four transcripts: a question, an
approved edit, a cancellation, an undo. Say that these are the expected
behavior, not a recording of a staff implementation.
Ask what happens to the files and to HEAD at each point. That question starts
their acceptance criteria, which is a better use of this block than a tour of
the feature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exact greeting files and replies from EXAMPLES.md so the table matches
what they will read tonight.
Undo assumes an owned, current-session HEAD and a clean target. A human commit
on top, or uncommitted changes, means refuse. Ask them what they would assert in
a test for each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Configuration and lifecycle are not a hidden eighth feature, and there is no
scope cut this term. Where they score, from RUBRIC.md: configuration sits
inside F1's four points and is not a gate, so unfinished configuration does not
zero the rest of F1. The lifecycle commands score separately, under Operating
instructions in the evidence group. Every edge case is in SPEC.md.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base_url can carry any path prefix. Their client appends /chat/completions and
nothing else.
Say explicitly that this is not the .aider.conf.yml from the first ten minutes.
Two YAML files, two owners: that one configures the tool they use, this one is
a schema their own program has to implement. The deck now teaches both, so the
collision is live.
No Ollama-specific dependency belongs anywhere in the application. Provider
independence is a requirement, not a preference.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line is the one to say out loud. A plugin framework in week 3, written
for a capability they have not been given yet, is a cost with no evidence behind
it. Future compatibility needs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system spec is not one giant context dump. Requirements map to planned tests,
and those test files do not have to exist yet.
Experiments are allowed. Label them, and reconcile them with the design before
you build on top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diagrams describe their system. Copying the Aider picture from earlier
today earns nothing. Label anything not yet implemented, and tie component names
to real code once the code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points inside the build grade, not percentages of the course grade.
The build is 4.5% of the course and is due September 25.
Do not read the table out. Send them to RUBRIC.md, which carries the
per-criterion breakdown this slide summarizes, and spend the time on the four
things worth saying out loud instead:
- Completeness and usefulness are graded. Document length is not.
- A correct failing test can earn test credit while exposing an unfinished
  feature. Only one point in the whole rubric depends on the live model
  actually succeeding, and honest evidence of a failed run still earns the
  reporting points.
- Design keeps its credit when the implementation falls short, as long as the
  design's claims and the final status are honest. No repeated deductions for
  one missing feature across otherwise sound artifacts.
- Evidence means a pointer someone can follow. Volume of logs is not evidence.
Policy violations go through academic integrity procedures, not the rubric.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model IDs and the observed-session exception are in the assignment packet.
Read them from there rather than from memory.
The pattern being ruled out is a frontier model for the design followed by a
local model for the code. Keep the sessions, disclose real aliases and any
quantization you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project block here. Build due September 25, hackathon September 24.
Do not estimate the workload out loud. Do say that a runnable slice early is
what keeps the December integration from being a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Minutes 55 to 65. This is a mechanism comparison, not a product tour and not a
recommendation. Nothing here is a Stage 1 dependency and no subscription is
needed for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turn the left column into a weakness. Aider automates plenty. What
changes on the right is who decides the next action.
Source: https://code.claude.com/docs/en/overview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Stay at mechanism level and do not promise a week for each branded feature.
Their DEVELOPMENT.md is the first version of this habit: instructions written
for a session that has not happened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the comparison here, at minute 65. Nothing after this slide is yours to
talk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Staff circulate from here. Leave the deck up so students can page
back through it themselves.
This is the point where you say plainly that nothing is due at the end of
today. Most of them will still expect a checkoff.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Lab01: How Aider works</dc:title>
  <dc:subject>EECS 498 AASE, Lab01
Design and build a pair-programmer, Fall 2026
</dc:subject>
  <dc:creator/>
  <cp:lastModifiedBy/>
  <cp:revision>1</cp:revision>
  <dcterms:created xsi:type="dcterms:W3CDTF">2026-09-12T18:49:11Z</dcterms:created>
  <dcterms:modified xsi:type="dcterms:W3CDTF">2026-09-12T18:49:11Z</dcterms:modified>
</cp:coreProperties>
</file>