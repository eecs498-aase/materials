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in the next ten minutes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Say up front that only step 2 belongs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change three files consistently, when
nothing has told it which three. That question sets up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choosing the few files a change touches rather than the whole
package. Adding everything is not a selection strategy, it is a way to spend
the budget. Read-only context still costs budget. /tokens tells you what you
are spending, and nothing about whether the edit will be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Do not promise the map contains every file, and do
not use its silence as proof that a dependency is absent. When a student says
"the model should have known," check whether they added the file or only let the
map mention it. Source: https://aider.chat/docs/repomap.html
Cut from the slide and worth saying: a signature tells you where to look, it
does not tell the model how the function works. Students read a map line as
evidence the model understands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design may split these across two functions or keep them in one. We grade
the error behavior, not the signature. What we do want is that a malformed block
and an unapplicable block are distinguishable to the person reading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spaces are enough to break a match. Show the difference before you name it.
Partial application is not untestable, it is testable against a different
contract. Do not tell them one policy is the only defensible one. The stricter
rule is here because it makes the state after a failure trivial to state and
to assert.
Cut from the slide: Aider itself can fall back to looser matching and can keep
the blocks that did apply. Their Stage 1 contract does neither, and that is the
contrast worth drawing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clearly that Aider has real automation. It runs commands, it can run your
tests, and it can loop on their output. Never say it cannot.
The distinction that matters is who picks the next action. Here the harness has
a fixed repair cycle. In the tools we look at after the break, the model picks.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two kinds of commit apart: the ones Aider makes while they build, and the
ones their assistant will make in a target repo. In Stage 1 the target is
disposable and clean, so an owned HEAD commit can be undone safely. A human
commit on top, or a dirty tree, means their tool has to refuse.
Running shell commands arrives in the Analyze phase and brings consequences git
cannot undo.
Undo means resetting to the parent of a commit their own session created. It
will not touch a commit someone else made, which is the guard in "guarded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for two minutes, then take two answers. You are listening for a write
that never happened and the test that would have caught it. Do not reward
naming a source file inside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The habit to build: a symptom is evidence about which of the three
levers is wrong, and re-running the same prompt tests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model is too weak" every time it comes up today. Ask what
observation would distinguish a weak model from a missing file, and make them
answer before they change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"the model does not matter" or "every failure is
context." Both halves are real. The point is that the harness is the half they
are about to build, and it is the half they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pairs, two for answers. A persistence round trip is the answer
you are hoping for: write it, restart, read it back. The symptom is stated
without a worked case on purpose, so ask the room to name a change this could
happen to before you ask where to look.
Watch for the two reflexes you want to break. Adding every file in the package
is not diagnosis, and switching models is not diagnosis.
The exercise, which is no longer written on the slide: write the acceptance
criterion that was missing, and the test that would have caught it. Say it
twice; it is the whole point of the six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The caption is the only place in the deck a student sees the build deadline, now
that the after-lab slide is gone. Do not skip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Fifteen minutes. Everything here is also written down in their
packet, so do not read the rubric aloud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question every student is holding: no
starter application and no supplied session module.
Point at CHECKLIST.md by name and say it is the submission list, so nobody
reconstructs one from these slides. GLOSSARY.md is where a word has a Stage 1
meaning that differs from its everyday one, and that meaning is the graded one.
They implement the endpoint client in Stage 1 and extend it for function
calling in Analyze.
Say the division out loud, since the slide no longer carries it: they run
`aider` to build the thing, and they write `bin/assistant` as the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EXAMPLES.md from the template and walk the four transcripts: a question, an
approved edit, a cancellation, an undo. Say that these are the expected
behavior, not a recording of a staff implementation.
Ask what happens to the files and to HEAD at each point. That question starts
their acceptance criteria, which is a better use of this block than a tour of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greeting files and replies from EXAMPLES.md so the table matches
what they will read tonight.
Undo assumes an owned, current-session HEAD and a clean target. A human commit
on top, or uncommitted changes, means refuse. Ask them what they would assert in
a test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are not a hidden eighth feature, and there is no
scope cut this term. Where they score, from RUBRIC.md: configuration sits
inside F1's four points and is not a gate, so unfinished configuration does not
zero the rest of F1. The lifecycle commands score separately, under Operating
instructions in the evidence group. Every edge case is in SPEC.md.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base_url can carry any path prefix. Their client appends /chat/completions and
nothing else.
Say explicitly that this YAML is not the .aider.conf.yml they already have in
aider-practice. Two files, two owners: that one configures the tool they use,
this one is a schema their own program has to implement. The deck no longer
walks through Aider's own config, so name the distinction out loud rather than
assuming the contrast landed earlier in the hour.
No Ollama-specific dependency belongs anywhere in the application. Provider
independence is a requirement, not a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to say out loud. A plugin framework in week 3, written
for a capability they have not been given yet, is a cost with no evidence behind
it. Future compatibility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spec is not one giant context dump. Requirements map to planned tests,
and those test files do not have to exist yet.
Experiments are allowed. Label them, and reconcile them with the design before
you build on top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describe their system. Copying the Aider picture from earlier
today earns nothing. Label anything not yet implemented, and tie component names
to real code once the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points inside the build grade, not percentages of the course grade.
The build is 4.5% of the course and is due September 25.
Do not read the table out. Send them to RUBRIC.md, which carries the
per-criterion breakdown this slide summarizes, and spend the time on the four
things worth saying out loud instead:
- Completeness and usefulness are graded. Document length is not.
- A correct failing test can earn test credit while exposing an unfinished
  feature. Only one point in the whole rubric depends on the live model
  actually succeeding, and honest evidence of a failed run still earns the
  reporting points.
- Design keeps its credit when the implementation falls short, as long as the
  design's claims and the final status are honest. No repeated deductions for
  one missing feature across otherwise sound artifacts.
- Evidence means a pointer someone can follow. Volume of logs is not evidence.
Policy violations go through academic integrity procedures, not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project block here. Build due September 25, hackathon September 24.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55 to 65. This is a mechanism comparison, not a product tour and not a
recommendation.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at mechanism level and do not promise a week for each branded feature.
Their DEVELOPMENT.md is the first version of this habit: instructions written
for a session that has not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comparison here, at minute 65. Nothing after this slide is yours to
talk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2026-09-12T19:09:00Z</dcterms:created>
  <dcterms:modified xsi:type="dcterms:W3CDTF">2026-09-12T19:09:00Z</dcterms:modified>
</cp:coreProperties>
</file>