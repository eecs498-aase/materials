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in enough depth that they can recognise the same decisions in any harness. The
second hands them the build.
The deep dive is the point of the session now, not a warm-up for the assignment
reveal, so do not compress it to reach the packet. Office hours take whatever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deck was missing. Sixteen practice lessons gave them the
muscle memory and none of the model, and the word "harness" is the one they
need, because it is the thing they build in Stage 1 and extend in Analyze.
Say the right-hand column out loud. The model's entire contribution is one
block of text. Every effect on their machine is the left column acting on it.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The 4B and the 9B are asked for different reply shapes, whole files against
diffs. That is why a classmate's session looks different from theirs, and why
the trace they see later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in the whole set touch the repository, and one of those is the
undo. That asymmetry is the approval layer they are about to build, visible in
a tool they already use.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back hard on 2026-09-13. L02 and L03 already taught the window, the four
sources that fill it, surgical selection and /tokens, and this block used to
repeat all of it. What is left is the part they have not met: the repo map, and
what happens to the budget as a session runs long.
So do not re-teach context here. One sentence to reconnect it, that only the
reply belongs to the model and everything else is the harness choosing what the
model gets to see, and then straight into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find the arrow that writes a file. There is not one leaving the
amber box. The model produced text, and a program decided what to do with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vertical bars: that is aider quoting source lines. Point at the
dots: that is everything it decided not to spend tokens on.
Ask what this is for. The answer is on the next slide: it is aider guessing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and worth saying: the ranking is tilted toward files you just
mentioned, and aider renders down the list until the tokens run out.
Say the ranking rule plainly: a file that lots of other files depend on scores
high, because it is probably the one you need to know about.
The dashed line is the point. It is not "here is your repo," it is "here is as
much of your repo as fits," and whatever falls under the line is invisible to
the model. 867 lines of aider to guess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context slide worth keeping, because it is the part L02 and L03 did not
show. They have seen that the window is finite and they have read /tokens. They
have not seen it fill up over a session.
Walk the two bars. Nothing about the early turn is wrong; the later turn is the
same prompt after the history has grown, and the thing that stops fitting is
their own message. Everything above it was spent before they typed.
The map is charged to this same budget, which on a 4B can be a third of the
window spent describing files the model then cannot see inside. That is why
aider-practice turns it down, and why the map is out of scope for the build. Say
so, so nobody spends week 4 on it.
Then the bold line, which is the whole reason this slide is still here. 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 and the packet does not make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Simplified 2026-09-13 on instructor note: this section was three slides and read
as confusing, because two of them argued the same point from different angles.
Two slides now, and they argue in a line: here is the order, here is why that
order was chosen.
Open with the one sentence everything else follows from. The model keeps nothing
between turns. Turn twelve sends everything turn one sent, plus more. That is not
a limitation to work around, it is the condition their own build runs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groups rather than a list of seven parts, because the grouping is the point
and the exact ordinal of each part is not.
Work the bold line rather than the table. The parts that change every turn were
deliberately put last. The next slide says what that buys, so put the ordering up
first and let someone in the room guess why before you explain it.
Their build assembles this same thing, and the packet asks them to say what goes
in it and in what order. This slide is the argument that the answer is a design
decision rather than 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first, then the three bullets: here is the rule, here is what trips it.
The rule is not the model remembering. Nothing is remembered between sessions.
It is the serving layer recognising text it has already processed and picking up
where it left off, and it holds on the course endpoint as much as on a hosted
API. A hosted API marks the reuse points explicitly and a local server reuses the
longest opening it recognises; the rule is identical either way.
Then the three bullets, all verified in the source, and the third is the one
nobody guesses. Ask mode is not a smaller code mode: it is a different system
prompt with the worked examples removed, sitting at the very front, so a quick
question mid task throws the whole prefix away rather than part of it. Adding a
file changes both the file block and the map, because files in the chat come out
of the map. And by default the map is rebuilt from the filenames found in the
message just typed, so mentioning a file in passing moves it.
The habit worth giving them: settle the file set before starting, and keep a
question in its own session. The design lesson worth more: what they put first in
their own prompt decides what a turn costs.
If they want dollar figures, quote the provider's current pricing page rather
than a number from memory. What they will feel on their own machine is the wait
before the first token, not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block like this does not tell you. It names one file. A change that
needs three files needs three blocks, and nothing in the format obliges the
model to produce all three. A student who reads one well-formed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back from the format for a moment. Whatever the model is asked to produce,
it is producing text, and the harness has to recover a machine-actionable
instruction from it. Search and replace blocks are one encoding of that. Function
calling is another. Tagged output is a third.
They all fail the same three ways: nothing parses, it parses but names something
that does not exist, or it parses and is wrong. Their error handling has to tell
those apart, because the recovery is different for each.
That is why the packet asks for match semantics and path validation as separate
requirements rather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block fails to apply, what comes back is not a message for the human. It
is written to be read by the model on the next turn: here is your block, here
are the lines it almost matched, and if the replacement text is already in the
file, a question asking whether the block was needed at all.
That reframing is worth the slide on its own. In a system whose only actuator is
text, an error message is another prompt, and its job is to make the next attempt
better rather than to describe what went wrong.
Aider will do this up to three times before giving up. Their build does not have
to retry at all, but it does have to decide, and the packet scores the failure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question once they understand the prefix: after an edit lands, does
the model get told, or does the text change under it? Both, and the second
matters more.
The file block is rebuilt from disk on every turn, so there is exactly one copy
of each file in the prompt and it is current. Aider also adds a sentence, in the
student's voice, saying it committed with a given hash.
The last line is worth saying out loud. A file they edit themselves in another
window is picked up on the next turn with no announcement at all. Nothing in the
transcript marks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consequence carefully, because this is where the room usually gets a
surprise.
Old copies of the file never pile up: that block is reassembled every turn. But
the model's replies stay in the history word for word, and those replies are
full of search blocks quoting the old text exactly. So the model's record of the
previous version is whatever it happened to quote, which is precisely the lines
it chose to change and nothing around them. A biased sample of the past.
Which explains the line in Aider's own prompt warning that other messages may
hold outdated contents. It is not defending against its own file blocks, it is
defending against the model's memory of its own edits, and all it can do is
issue an instruction and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Aider can send the model a note when an edit is undone, but only for a handful
of models, and the course configuration is not one of them. So on qwen the undo
is silent.
Put the pieces together with the room. The file reverts. The model is told
nothing. Its own search block for the edit that no longer exists is still in the
history. Ask it for a follow-up change built on that edit and the block will not
match, and the only feedback it gets is that the match failed.
This is the single clearest case of a harness failing to keep a model grounded,
and it is why their specification requires undo to be an owned, current-session
operation on a clean target. That requirement is not bureaucracy, it is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This slide carries the hackathon date and nothing else. The build deadline is on
the project slide, which is the only place a student should look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installs anything and nobody needs the network. The workspace opens with
the tools already pointed at the right place and their own repository in it.
The caption is the point of the slide and it connects straight back to the
budget block. The reference pack in the image is most of the Python
documentation, converted so a model can read it, and it is roughly eighty times
any context window in the room. It is split into parts small enough to add one
at a time.
So the exercise is not whether the documentation is available. It is which
pages, and choosing well is the difference between finishing and not. That is
the context budget with a grade attached.
Announce the room, the start time and the makeup path from the current staff
announcement. Do not invent any of them here.
**The weight slide was cut on 2026-09-13 and the number is yours to say or not.**
For the record: hackathon 1 is 10 of the 20 Apply parts, so half the Apply grade
against a quarter for the build and a quarter for the practice lessons. It is
not on the glass any more.
The bold line is the preparation instruction and it is the one thing here that
changes what they do tonight. The prompt asks for one feature on their own code,
revealed in the room, so a repository that does not run cannot be started on.
Anyone mid-refactor that evening has a much worse two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They have spent two weeks driving a harness and the last hour
taking one apart; now they build one.
Lead with what the thing is, not with the paperwork. The packet carries the
requirements and they can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one-sentence version out loud: a terminal pair-programmer over files
you select, talking to an endpoint you configure, that never edits without
asking. Everything else in the packet is detail under that sentence.
It is not a clone of Aider and it does not need to be. No repo map, no lint
loop, no architect mode. What it must have is the spine they just watched.
If somebody asks how big it is: smaller than they fear, and the specification
work is the part that decides how long it takes.
The date under the caption is the only place in the deck a student sees the
build deadline. Say it out loud rather than skipping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Stage 1 and the thing most of them will get wrong by
starting with code. Nobody hands them a specification: they write their own
requirements, their own acceptance criteria, and their own increments.
The history is evidence, not bureaucracy. A design committed after the code it
describes earns nothing, and they cannot reconstruct it at the end.
An increment is not a commit and not a single change. It is a sizeable slice of
the build that they break out and define themselves, with an observable result,
its own scoped context and its own ordered tasks. Closest thing they have met is
an aider-practice lesson, except that here they write the lesson.
They choose how many there are and where the boundaries fall. The packet is
explicit about that and the rubric scores whether the set covers the whole build
in a sensible order, not whether there are many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requirements have to cover the configuration and execution contracts as
well as the seven features, with observable outcomes, edge cases and exclusions,
and each one has to trace to an acceptance criterion of their own.
The diagrams describe their system, not Aider. Copying this morning's picture
earns nothing. Mermaid is enough, labels have to be legible and accurate, and
there is no length requirement anywhere in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table out. The one thing worth saying: a part they designed and
did not implement keeps its design credit as long as it is labelled.
Architecture credit includes explaining where tool execution, a replacement
endpoint client and a non-terminal interface would fit, without building them.
The last two rows are read from git history rather than from a document. Specs
before code is scored on commit order, and what changed and why is the
reconciliation between the design they started with and the system they
finished. A design that worked does not need an invented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points across two sections of 50. These are build points, not course-grade
percentages: the build is 4.5% of the course.
Functional correctness is the seven features, scored one row each in RUBRIC.md.
Half credit exists for behavior that partly works, so an unfinished feature is
not a zero.
Test count and coverage earn nothing by themselves. A test earns credit when it
asserts an outcome and isolates the filesystem. Weakening an assertion to turn
the suite green is scored as what it is.
Configuration sits inside F1's five points and is not a gate.
Staff read the repository snapshot at the deadline, run their own tests, and
work through ACCEPTANCE.md. There is no hidden suite and no requirement that is
not in SPEC.md. Routine tests use fakes rather than a live model; live checks
are documented separately and opt in, and an honestly reported failed live
attempt still earns its evidence points.
Send them to RUBRIC.md rather than reading rows aloud. It names the requirement
IDs each row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can be reconstructed the night before, which is why it is worth a
minute here. Commits and reconciliation are the last two scored rows on the
specification slide.
Sessions and model disclosure are required but score no points of their own.
They are what lets staff follow the rest of the evidence, so a submission
without them loses credit wherever a claim cannot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into a discussion 2026-09-13. It was two dense tables at the end of a
long taught half and it read as a summary nobody asked for.
It is now a short argument followed by real questions. The tables are the
material for the discussion, not the point of the section. Put one up, give them
the line, and then get out of the way.
The question some of them have been holding for two weeks is why this course
teaches on Aider rather than the tool everyone talks about. Answer it here, once,
and answer it honestly rather than defending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down it and resist making the left column win. Each line is a single design
choice seen twice, which is what a trade-off actually is, and the right column is
not a list of bugs.
Do not spend long here. The rows are the raw material for the questions two
slides on, and the discussion is worth more than your commentary.
The row to expand if you expand one: forgetting between sessions is not a
limitation of the model. Every tool of this kind does it. Continuity is the
harness re-sending, which is the first thing they learned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and the real answer to why this lab is worth two hours. All three
rungs solve one problem, getting the right text in front of the model, and they
differ only in who does the choosing.
Aider stands on the first two with the joins showing. A more automated tool makes
the same decisions without displaying them, which is exactly what makes it a
worse thing to learn on and a better thing to use.
Stop at context. Who picks the next action is tomorrow's lecture and it has a
live demo for it, so do not pre-empt it.
Then the bold line, which is the promise: none of this is magic, it is machinery,
and they start writing it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and let them talk. Five minutes, and it is fine if only two of the
three get air.
One is the honest one: somebody will say they would never ship a tool that
forgets everything, and that is a real design position with a real cost, which is
the whole point of the ledger.
Two is the bridge to tomorrow's lecture and to Analyze, so take an answer and
leave it open rather than resolving it.
Three is the one that makes them better engineers this week. It comes straight
off the error-message slide: the audience for a failure might be the user, the
model, or the log, and choosing wrong is why so many of their sessions will
stall. Their failure-path tests are worth eight points.
If the room is flat, ask three directly at one person's build rather than at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and it comes after the ledger. The point is the arc, not a tour of
tools.
Nothing here is a Stage 1 dependency and no subscription is needed for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left to right and say what changes at each dot: first the
human is in the loop, then the model picks the tools, then it keeps state and
survives contact with real work.
Build advice that used to sit on this slide and still belongs in the room: one
small checkable result first, and keep the phase snapshots.
The Aider versus agentic CLI comparison that used to follow this slide is gone,
because L05 delivers exactly that the next day with a live demo behind it. Do
not reconstruct it here.
Do not estimate the workload out loud. Do say that a runnable slice early is
what keeps the December integration from being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thing they hear before office hours, so land it and stop.
Name the two tools as a shape, not as a target to clone and not as something
they need an account for. What makes it that shape is the list they will build:
tools the model chooses, an approval layer, state that survives a run, more
than one way in.
The design habit to start now: when a decision could close off one of those,
leave a boundary rather than an implementation. That is the useful half of the
slide this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2026-09-14T00:00:23Z</dcterms:created>
  <dcterms:modified xsi:type="dcterms:W3CDTF">2026-09-14T00:00:23Z</dcterms:modified>
</cp:coreProperties>
</file>