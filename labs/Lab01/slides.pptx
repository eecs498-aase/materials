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back hard on 2026-09-13. L02 and L03 already taught the window, the four
sources that fill it, surgical selection and /tokens, and this block used to
repeat all of it. What is left is the part they have not met: the repo map, and
what happens to the budget as a session runs long.
So do not re-teach context here. One sentence to reconnect it, that only the
reply belongs to the model and everything else is the harness choosing what the
model gets to see, and then straight into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aider-practice turns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2026-09-13 on instructor note: this section was three slides and read
as confusing, because two of them argued the same point from different angles.
Two slides now, and they argue in a line: here is the order, here is why that
order was chosen.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rather than a list of seven parts, because the grouping is the point
and the exact ordinal of each part is not.
Work the bold line rather than the table. The parts that change every turn were
deliberately put last. The next slide says what that buys, so put the ordering up
first and let someone in the room guess why before you explain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first, then the three bullets: here is the rule, here is what trips it.
The rule is not the model remembering. Nothing is remembered between sessions.
It is the serving layer recognising text it has already processed and picking up
where it left off, and it holds on the course endpoint as much as on a hosted
API. A hosted API marks the reuse points explicitly and a local server reuses the
longest opening it recognises; the rule is identical either way.
Then the three bullets, all verified in the source, and the third is the one
nobody guesses. Ask mode is not a smaller code mode: it is a different system
prompt with the worked examples removed, sitting at the very front, so a quick
question mid task throws the whole prefix away rather than part of it. Adding a
file changes both the file block and the map, because files in the chat come out
of the map. And by default the map is rebuilt from the filenames found in the
message just typed, so mentioning a file in passing moves it.
The habit worth giving them: settle the file set before starting, and keep a
question in its own session. The design lesson worth more: what they put first in
their own prompt decides what a turn costs.
If they want dollar figures, quote the provider's current pricing page rather
than a number from memory. What they will feel on their own machine is the wait
before the first token,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once they understand the prefix: after an edit lands, does
the model get told, or does the text change under it? Both, and the second
matters more.
The file block is rebuilt from disk on every turn, so there is exactly one copy
of each file in the prompt and it is current. Aider also adds a sentence, in the
student's voice, saying it committed with a given hash.
The last line is worth saying out loud. A file they edit themselves in another
window is picked up on the next turn with no announcement at all. Nothing in the
transcript marks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consequence carefully, because this is where the room usually gets a
surprise.
Old copies of the file never pile up: that block is reassembled every turn. But
the model's replies stay in the history word for word, and those replies are
full of search blocks quoting the old text exactly. So the model's record of the
previous version is whatever it happened to quote, which is precisely the lines
it chose to change and nothing around them. A biased sample of the past.
Which explains the line in Aider's own prompt warning that other messages may
hold outdated contents. It is not defending against its own file blocks, it is
defending against the model's memory of its own edits, and all it can do is
issue an instruction and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Aider can send the model a note when an edit is undone, but only for a handful
of models, and the course configuration is not one of them. So on qwen the undo
is silent.
Put the pieces together with the room. The file reverts. The model is told
nothing. Its own search block for the edit that no longer exists is still in the
history. Ask it for a follow-up change built on that edit and the block will not
match, and the only feedback it gets is that the match failed.
This is the single clearest case of a harness failing to keep a model grounded,
and it is why their specification requires undo to be an owned, current-session
operation on a clean target. That requirement is not bureaucracy, it is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2026-09-14 on instructor direction: the discussion slide is gone and
the section is now five slides that make an argument rather than a summary.
What you can see, what seeing it costs, who chooses the context, what you own,
and the one question left open for tomorrow.
The question some of them have been holding for two weeks is why this course
teaches on Aider rather than the tool everyone talks about. This section answers
it, once, honestly, and without defending the choice. The short form: every
decision a harness makes is on display here, they are about to build one, and
the bigger tools are this loop with more of it automated.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every harness makes, and for each one the moment in the last two
weeks when they made it or watched it. That is the whole pedagogical case: not
that Aider is the best tool, but that it is the one where the joins show.
The bold line is the argument against starting on a more automated tool. It
would make the same four decisions, and they would never see any of them, so
they would leave knowing how to use it and not how it works. This course is
about how it works, because in three weeks they have to write one.
If someone says the more automated tool is better: agree. It is. That is a
different claim from being better to learn on, and the next slide is about what
the difference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down it and resist making the left column win. Each line is a single design
choice seen twice, which is what a trade-off actually is, and the right column is
not a list of bugs.
Their build inherits every row. When they write the specification this week they
are choosing which side of each one to stand on, and the packet does not choose
for them.
The row to expand if you expand one: forgetting between sessions is not a
limitation of the model. Every tool of this kind does it. Continuity is the
harness re-sending, which is the first thing they learned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and the real answer to why this lab is worth two hours. All three
rungs solve one problem, getting the right text in front of the model, and they
differ only in who does the choosing.
Aider stands on the first two with the joins showing. A more automated tool makes
the same decisions without displaying them, which is exactly what makes it a
worse thing to learn on and a better thing to use.
Stop at context. Who picks the next action is tomorrow's lecture and it has a
live demo for it, so do not pre-empt it beyond the last slide of this section.
Then the bold line, which is the promise: none of this is machinery they cannot
build, and they start writing it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that outlasts the course. Aider talks to any endpoint that
speaks the common API, which is why it runs against the course server, against
a model on their own laptop, and against a paid provider with one line changed.
The model is swappable. It is a dependency, like a database driver.
What is not swappable is the harness: which text goes in, in what order, what a
reply is allowed to do, what gets written and committed. Every slide today was
about that layer, and none of it belonged to the model.
Their build has this shape by design: one endpoint, any permitted model, and
everything they are graded on lives above the API call. The same is true of the
tool everyone talks about. Its value is not the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One: the answer. At every
other step the thing that decided what happened next was them, or a rule
somebody wrote down in advance.
Then leave the bold line up and do not answer it. Tomorrow's lecture opens on
exactly this question, has a live demo for it, and spends ninety minutes on the
answer. Saying more here spoils it; saying this much is what makes tomorrow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it comes after the ledger.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The Aider versus agentic CLI comparison that used to follow this slide is gone,
because L05 delivers exactly that the next day with a live demo behind it. Do
not reconstruct it here.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2026-09-14T00:30:34Z</dcterms:created>
  <dcterms:modified xsi:type="dcterms:W3CDTF">2026-09-14T00:30:34Z</dcterms:modified>
</cp:coreProperties>
</file>