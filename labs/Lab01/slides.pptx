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halves. The first takes apart the tool they have been using since Lab00.
The second hands them the build and gives them 45 minutes to start designing.
Finish instruction at minute 65 and protect the work block.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this up while the room settles and leave it up. The agenda is part of the
first block, not an extra segment in front of it.
Say out loud that the second half is genuinely office hours: they work, you
circulate, and nobody hands anything in today. Students who have been told all
term that labs end in a checkoff will not believe it unless you say it.
Do not preview the build past the word itself. The reveal is still yours to
make in the third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They met this request in the practice lessons, in whole-file mode. Today's
trace is diff mode and it is illustrative: a simplified turn, not a captured
transcript of a particular model. The three files matter later, when the
feature half-works.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steps. Say up front that only step 2 belongs to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to find the arrow that writes a file. There is not one leaving the
amber box. The model produced text, and a program decided what to do with it.
This is a picture of Aider, not a required architecture for their build. They
will draw their own version of this in a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claim a fixed seven-part ordering. What actually goes into the prompt
depends on the coder, the model and the settings, and it changes between
releases. The list above is the shape, not the wire format.
Ask what the model would need in order to add priority consistently to the CLI,
the task and the store. That question sets up the next two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why these three files and not the whole package. This is one
sensible selection, not a rule to add everything. Read-only context still
costs budget. /tokens tells you what you are spending, and nothing about
whether the edit will be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excerpt is illustrative. Do not promise the map contains every file, and do
not use its silence as proof that a dependency is absent. When a student says
"the model should have known," check whether they added the file or only let the
map mention it. Source: https://aider.chat/docs/repomap.html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they would drop first and what has to survive. Their Stage 1 contract
keeps the system instructions, the current request and the added file contents,
and refuses an oversized required input instead of silently trimming it. That
refusal is a design decision they have to write down and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Deliberately small and deliberately incomplete. Ask what is missing before you
say it: task.py never gains the field, store.py never writes it. A student who
reads only this block sees a finished feature.
Nothing has changed on disk yet. This is a proposal in a chat reply.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design may split these across two functions or keep them in one. We grade
the error behavior, not the signature. What we do want is that a malformed block
and an unapplicable block are distinguishable to the person reading the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spaces are enough to break a match. Show the difference before you name it.
Partial application is not untestable, it is testable against a different
contract. Do not tell them one policy is the only defensible one. The stricter
rule is here because it makes the state after a failure trivial to state and
to assert.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clearly that Aider has real automation. It runs commands, it can run your
tests, and it can loop on their output. Never say it cannot.
The distinction that matters is who picks the next action. Here the harness has
a fixed repair cycle. In the tools we look at after the break, the model picks.
Source: https://aider.chat/docs/usage/lint-test.html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two kinds of commit apart: the ones Aider makes while they build, and the
ones their assistant will make in a target repo. In Stage 1 the target is
disposable and clean, so an owned HEAD commit can be undone safely. A human
commit on top, or a dirty tree, means their tool has to refuse.
Running shell commands arrives in the Analyze phase and brings consequences git
cannot undo.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Pairs for two minutes, then take two answers. You are listening for the missing
storage write or the missing persistence test. Do not reward naming a source
file inside aider.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minutes. The habit to build: a symptom is evidence about which of the three
levers is wrong, and re-running the same prompt tests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Push back on "the model is too weak" every time it comes up today. Ask what
observation would distinguish a weak model from a missing file, and make them
answer before they change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let this become "the model does not matter" or "every failure is
context." Both halves are real. The point is that the harness is the half they
are about to build, and it is the half they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minutes in pairs, two for answers. A persistence round trip is the answer
you are hoping for: write it, restart, read it back.
Watch for the two reflexes you want to break. Adding every file in the package
is not diagnosis, and switching models is not diagnosis.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minutes including logistics. Room, time and the model in the workspace are
announced by staff. Do not invent any of them here.
Say the accommodations line out loud: conflicts and accommodations go to staff
now, not the week of. Build is due the next day, September 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Minute 40. Fifteen minutes. Everything here is also written down in their
packet, so do not read the rubric aloud line by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answers the question every student is holding. No
starter application, no supplied session module, no TOML to edit, no two
prescribed specs.
They implement the endpoint client in Stage 1 and extend it for function
calling in Analyze.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EXAMPLES.md from the template and walk the four transcripts: a question, an
approved edit, a cancellation, an undo. Say that these are the expected
behavior, not a recording of a staff implementation.
Ask what happens to the files and to HEAD at each point. That question starts
their acceptance criteria, which is a better use of this block than a tour of
the feature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exact greeting files and replies from EXAMPLES.md so the table matches
what they will read tonight.
Undo assumes an owned, current-session HEAD and a clean target. A human commit
on top, or uncommitted changes, means refuse. Ask them what they would assert in
a test for each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Configuration and lifecycle run across all seven. They are not a hidden eighth
feature and there is no scope cut this term. Every edge case is in SPEC.md.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base_url can carry any path prefix. Their client appends /chat/completions and
nothing else. Aider's own YAML config is a separate file and unrelated.
No Ollama-specific dependency belongs anywhere in the application. Provider
independence is a requirement, not a preference.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line is the one to say out loud. A plugin framework in week 3, written
for a capability they have not been given yet, is a cost with no evidence behind
it. Future compatibility needs a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system spec is not one giant context dump. Requirements map to planned tests,
and those test files do not have to exist yet.
Experiments are allowed. Label them, and reconcile them with the design before
you build on top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diagrams describe their system. Copying the Aider picture from earlier
today earns nothing. Label anything not yet implemented, and tie component names
to real code once the code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points inside the build grade, not percentages of the course grade.
The build is 4.5% of the course and is due September 25.
Design keeps its credit when the implementation falls short, as long as the
design's claims and the final status are honest.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per-feature split is in RUBRIC.md. Only one F4 point depends on the live
model actually succeeding, and honest evidence of an unsuccessful run still
earns the reporting points.
They write every test, including the client protocol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points for suffering, and no repeated deductions for one missing feature
across otherwise sound artifacts.
Policy violations go through academic integrity procedures, not the rubric.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Exact model IDs and the observed-session exception are in the assignment packet.
Read them from there rather than from memory.
The pattern being ruled out is a frontier model for the design followed by a
local model for the code. Keep the sessions, disclose real aliases and any
quantization you know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project block here. Build due September 25, hackathon September 24.
Do not estimate the workload out loud. Do say that a runnable slice early is
what keeps the December integration from being a surprise.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Minutes 55 to 65. This is a mechanism comparison, not a product tour and not a
recommendation. Nothing here is a Stage 1 dependency and no subscription is
needed for this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turn the left column into a weakness. Aider automates plenty. What
changes on the right is who decides the next action.
Source: https://code.claude.com/docs/en/overview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Label this a hypothetical trace. You have not run it and it is not a product
demonstration.
The model can only choose from what the harness exposes and what permissions
allow. That sentence is the whole design problem, and they build it in Analyze.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Stay at mechanism level and do not promise a week for each branded feature.
Their DEVELOPMENT.md is the first version of this habit: instructions written
for a session that has not happened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terminal is one entry point. A gateway is what makes it several.
Keep the client connections separate from the agent runtime in their heads. This
is not several agents working on one task. OpenClaw is a comparison, not a
library anyone here has to adopt.
Source: https://docs.openclaw.ai/concepts/architecture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the comparison here, at minute 65. Nothing after this slide is yours to
talk 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Stop talking. Staff circulate from here. Leave the deck up so students can page
back through it themselves.
This is the point where you say plainly that nothing is due at the end of
today. Most of them will still expect a checkoff.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application exists to run yet. They launch aider directly with .env and the
supplied configuration, and they write bin/assistant themselves.
If someone lacks repository access, fix it immediately and let them read the
packet while you do. Do not hand them an unrelated clone as a substitute.
That one is worth hunting for rather than waiting to be asked about.
The list is a menu, not an order of work. A student who spends the whole time
reading SPEC.md has used it correctly.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Fifty students at five minutes each is 250 staff-minutes, so there is no full
design review queue today and do not promise one.
Peer review is about contracts and verification. It is not code sharing. A
blocking question gets a concrete follow-up through Ed or office hours.
What you are looking for as you circulate: an observable outcome, named state
ownership, explicit error behavior, and one meaningful test. Accept different
architectures. Do not require a particular file, class or module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distinction out loud. Nothing on this slide is due because of today;
it is the order of work for a project that has been due Sep 25 all along, and
a room that has just been told the lab collects nothing can hear this list as
a lab assignment if you let it.
Read the packet list once: design, diagrams, specs, code and tests,
configuration example, DEVELOPMENT.md, operating README, evidence, AI_LOG.md,
reflection, and the preserved sessions.
Lab02 is supported implementation and verification time. September 25 does not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Slide-44-image-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Slide-45-image-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Lab01: How Aider works</dc:title>
  <dc:subject>EECS 498 AASE, Lab01
Design and build a pair-programmer, Fall 2026
</dc:subject>
  <dc:creator/>
  <cp:lastModifiedBy/>
  <cp:revision>1</cp:revision>
  <dcterms:created xsi:type="dcterms:W3CDTF">2026-09-12T17:12:17Z</dcterms:created>
  <dcterms:modified xsi:type="dcterms:W3CDTF">2026-09-12T17:12:17Z</dcterms:modified>
</cp:coreProperties>
</file>