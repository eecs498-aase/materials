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weeks of practice lessons have given them the muscle memory and none of the
model. This is the slide that names the thing.
The three cards are the six steps in summary, so do not elaborate here. The
point to land is the last one: it is a program on their machine, which is why
they can read its behavior, and why they are about to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prefix confuses people every term. It tells Aider which wire format to
speak. Nothing about that line sends anything to OpenAI.
Say the policy sentence plainly: any compatible endpoint is fine, the permitted
models are fixed, and the two decisions are unrelated. The full policy is
MODEL-POLICY.md and the rubric has disclosure points for getting it right.
Course baseline is Aider 0.86.2. If a student reports behavior that contradicts
this deck, ask their version before doubting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why their practice lessons looked different
from today's trace: whole-file mode on the 4B, diff mode on the 9B. Ask who ran
which. The ones on the 4B have never seen a diff block.
Per-model settings beat the general config, which is the part people get wrong
when they switch models and nothing changes.
Never commit .env. It is gitignored in the starter and the rubric treats a
committed credential as an integrity matter, not a style 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read the banner. Most setup problems announce themselves here: wrong
model because .env overrode the config, no git repo because they are one
directory too high, repo map off when they expected it on.
The banner text shifts between releases. Treat the shape as the lesson, not the
exact lines, and tell them to check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in the right-hand column are the whole safety story at this rung: one
command writes, one takes it back, and everything else is arranging context.
They will rebuild exactly that distinction in their own approval layer.
/help lists the full set and it is longer than this. Run it live if anyone
asks, rather than reciting from the slide; the set moves between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request in the practice lessons, in whole-file mode. Today's
trace is diff mode and it is illustrative: a simplified turn, not a captured
transcript of a particular model. The three files matter later, when the
feature half-works.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add priority consistently to the CLI,
the task and the store.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why these three files and not the whole package. This is one
sensible selection, not a rule to add everything.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small and deliberately incomplete. Ask what is missing before you
say it: task.py never gains the field, store.py never writes it. A student who
reads only this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the missing
storage write or the missing persistence test.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Watch for the two reflexes you want to break. Adding every file in the package
is not diagnosis, and switching models is not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The caption is the only place in the deck a student sees the build deadline, now
that the after-lab slide is gone. Do not skip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no supplied session module, no TOML to edit, no two
prescribed specs.
They implement the endpoint client in Stage 1 and extend it for function
calling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run across all seven. They are not a hidden eighth
feature and there is no scope cut this term.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Say explicitly that this is not the .aider.conf.yml from the first ten minutes.
Two YAML files, two owners: that one configures the tool they use, this one is
a schema their own program has to implement. The deck now teaches both, so the
collision is live.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Do not read the table out. Send them to RUBRIC.md, which carries the
per-criterion breakdown this slide summarizes, and spend the time on the four
things worth saying out loud instead:
- Completeness and usefulness are graded. Document length is not.
- A correct failing test can earn test credit while exposing an unfinished
  feature. Only one point in the whole rubric depends on the live model
  actually succeeding, and honest evidence of a failed run still earns the
  reporting points.
- Design keeps its credit when the implementation falls short, as long as the
  design's claims and the final status are honest. No repeated deductions for
  one missing feature across otherwise sound artifacts.
- Evidence means a pointer someone can follow. Volume of logs is not evidence.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2026-09-12T18:17:08Z</dcterms:created>
  <dcterms:modified xsi:type="dcterms:W3CDTF">2026-09-12T18:17:08Z</dcterms:modified>
</cp:coreProperties>
</file>