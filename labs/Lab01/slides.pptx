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in the next ten minutes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Say up front that only step 2 belongs 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change three files consistently, when
nothing has told it which three. That question sets up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choosing the few files a change touches rather than the whole
package. Adding everything is not a selection strategy, it is a way to spend
the budget. Read-only context still costs budget. /tokens tells you what you
are spending, and nothing about whether the edit will be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vertical bars: that is aider quoting source lines. Point at the
dots: that is everything it decided not to spend tokens on.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It is not "here is your repo," it is "here is as
much of your repo as fits," and whatever falls under the line is invisible to
the model.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on a small model the map often costs more than the files it was
guessing about.
This is why aider-practice turns it down. On a 4B with a small window the map
can eat a third of the budget to describe files the model then cannot see the
insides of anyway.
It is out of scope for the build. Say so here, so nobody spends week 4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design may split these across two functions or keep them in one. We grade
the error behavior, not the signature. What we do want is that a malformed block
and an unapplicable block are distinguishable to the person reading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spaces are enough to break a match. Show the difference before you name it.
Partial application is not untestable, it is testable against a different
contract. Do not tell them one policy is the only defensible one. The stricter
rule is here because it makes the state after a failure trivial to state and
to assert.
Cut from the slide: Aider itself can fall back to looser matching and can keep
the blocks that did apply. Their Stage 1 contract does neither, and that is the
contrast worth drawing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The caption is the only place in the deck a student sees the build deadline, now
that the after-lab slide is gone. Do not skip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40 to 58. This is the reveal. They have spent two weeks driving a
harness and the last half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seven graded features. The mapping is in SPEC.md and they do not
need it now.
The approval gate is the one to dwell on, because it is the safety rule and it
is where the git behavior lives: one commit per accepted edit set, and an undo
that refuses to touch a commit their session did not make.
Configuration is theirs to implement against a fixed schema. It is scored
inside the first feature rather than as a row of its own, and it is not a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packet out. Point at it, say the three files above, and move on.
GLOSSARY.md settles the vocabulary arguments, and the acceptance scenarios are
the ones to read before starting rather than after finishing.
Say plainly that nothing is collected at the end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one to say out loud. A plugin framework in week 3, written
for a capability they have not been given yet, is a cost with no evidence behind
it. Future compatibility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spec is not one giant context dump. Requirements map to planned tests,
and those test files do not have to exist yet.
Experiments are allowed. Label them, and reconcile them with the design before
you build on top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diagrams describe their system. Copying the Aider picture from earlier
today earns nothing. Label anything not yet implemented, and tie component names
to real code once the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points inside the build grade, not percentages of the course grade.
The build is 4.5% of the course and is due September 25.
Do not read the table out. Send them to RUBRIC.md, which carries the
per-criterion breakdown this slide summarizes, and spend the time on the four
things worth saying out loud instead:
- Completeness and usefulness are graded. Document length is not.
- A correct failing test can earn test credit while exposing an unfinished
  feature. Only one point in the whole rubric depends on the live model
  actually succeeding, and honest evidence of a failed run still earns the
  reporting points.
- Design keeps its credit when the implementation falls short, as long as the
  design's claims and the final status are honest. No repeated deductions for
  one missing feature across otherwise sound artifacts.
- Evidence means a pointer someone can follow. Volume of logs is not evidence.
Policy violations go through academic integrity procedures, not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58 to 65. Short. The point is the arc, not a tour of tools.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changes at each dot: first the
human is in the loop, then the model picks the tools, then it keeps state and
survives contact with real work.
Build advice that used to sit on this slide and still belongs in the room: one
small checkable result first, and keep the phase snapshots.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thing they hear before office hours, so land it and stop.
Name the two tools as a shape, not as a target to clone and not as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That is the useful half of the
slide this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2026-09-13T12:37:03Z</dcterms:created>
  <dcterms:modified xsi:type="dcterms:W3CDTF">2026-09-13T12:37:03Z</dcterms:modified>
</cp:coreProperties>
</file>