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
Cut from the slide and worth saying: a signature tells you where to look, it
does not tell the model how the function works. Students read a map line as
evidence the model understands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
Cut from the slide: Aider itself can fall back to looser matching and can keep
the blocks that did apply. Their Stage 1 contract does neither, and that is the
contrast worth drawing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
Undo means resetting to the parent of a commit their own session created. It
will not touch a commit someone else made, which is the guard in "guarded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
The exercise, which is no longer written on the slide: write the acceptance
criterion that was missing, and the test that would have caught it. Say it
twice; it is the whole point of the six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and no supplied session module.
Point at CHECKLIST.md by name and say it is the submission list, so nobody
reconstructs one from these slides. GLOSSARY.md is where a word has a Stage 1
meaning that differs from its everyday one, and that meaning is the graded one.
They implement the endpoint client in Stage 1 and extend it for function
calling in Analyze.
Say the division out loud, since the slide no longer carries it: they run
`aider` to build the thing, and they write `bin/assistant` as the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not a hidden eighth feature, and there is no
scope cut this term. Where they score, from RUBRIC.md: configuration sits
inside F1's four points and is not a gate, so unfinished configuration does not
zero the rest of F1. The lifecycle commands score separately, under Operating
instructions in the evidence group.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Say explicitly that this YAML is not the .aider.conf.yml they already have in
aider-practice. Two files, two owners: that one configures the tool they use,
this one is a schema their own program has to implement. The deck no longer
walks through Aider's own config, so name the distinction out loud rather than
assuming the contrast landed earlier in the hour.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Do not read the table out. Send them to RUBRIC.md, which carries the
per-criterion breakdown this slide summarizes, and spend the time on the four
things worth saying out loud instead:
- Completeness and usefulness are graded. Document length is not.
- A correct failing test can earn test credit while exposing an unfinished
  feature. Only one point in the whole rubric depends on the live model
  actually succeeding, and honest evidence of a failed run still earns the
  reporting points.
- Design keeps its credit when the implementation falls short, as long as the
  design's claims and the final status are honest. No repeated deductions for
  one missing feature across otherwise sound artifacts.
- Evidence means a pointer someone can follow. Volume of logs is not evidence.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2026-09-12T19:01:03Z</dcterms:created>
  <dcterms:modified xsi:type="dcterms:W3CDTF">2026-09-12T19:01:03Z</dcterms:modified>
</cp:coreProperties>
</file>