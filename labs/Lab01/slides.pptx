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in enough depth that they can recognise the same decisions in any harness. The
second hands them the build.
The deep dive is the point of the session now, not a warm-up for the assignment
reveal, so do not compress it to reach the packet. Office hours take whatever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deck was missing. Sixteen practice lessons gave them the
muscle memory and none of the model, and the word "harness" is the one they
need, because it is the thing they build in Stage 1 and extend in Analyze.
Say the right-hand column out loud. The model's entire contribution is one
block of text. Every effect on their machine is the left column acting on it.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The 4B and the 9B are asked for different reply shapes, whole files against
diffs. That is why a classmate's session looks different from theirs, and why
the trace they see later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in the whole set touch the repository, and one of those is the
undo. That asymmetry is the approval layer they are about to build, visible in
a tool they already use.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centre of the lab, and the idea the rest of it hangs off. They have spent
two weeks inside what looks like a chat, and it is not one. There is a single
block of text, assembled from nothing every turn, and Aider writes every part of
it including the half that appears to be theirs.
Do not rush this section. The budget, the cache, the stale file and the silent
undo are all consequences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last one out loud. Aider wrote their irritation, interrobang included,
and sent it over their name.
None of this is Aider deceiving them. The chat format has two roles and a
harness has to put machine-generated context somewhere, so it goes in the user's
slot. But the model has no way to tell which of those messages a person typed.
Ask the room: if the model is told a human wrote something a program generated,
what is it supposed to do with the words "trust this message"? That question is
the whole grounding problem, and the rest of the deck answers it.
Their build makes this decision too. Anything it sends that the user did not
type is a message it is authoring on the user's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two is the one that lands. Aider writes replies for the model, "Ok, any
changes I propose will be to those files", and puts them in the history, so the
next turn reads as a dialogue that has already agreed with itself. The model
never said it.
Row three is worth saying slowly. The instruction that tells the model which
edit format to produce is appended to the end of the student's own message. What
the model reads as the request is not what they typed.
There is a cost hidden in row three that comes back later: when the context is
nearly full, that reminder is the thing dropped to make room. The instruction
keeping the output parseable is sacrificed exactly when the model is most likely
to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block is now about context rather than a walkthrough of a whole turn
(instructor cuts 2026-09-13). Most of it is the repo map, because that is the
part nobody has met before and the part that quietly spends their budget.
Say up front that only the reply belongs to the model. Everything else in this
block is the harness deciding what the model gets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change three files consistently, when
nothing has told it which three. That question sets up the repo map.
The /add slide was cut on 2026-09-13 because they have been doing this for two
weeks. Two things it carried, worth saying if anyone asks rather than putting
back on the glass: added files can be rewritten while read-only files can only
be cited, and adding the whole package is not a selection strategy, it is a way
to spend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the repo map slides are evidence for, so put it up before them
rather than after.
A harness is not mainly a parser or an editor. It is a policy for what to spend
a finite window on, and every design difference between one tool and the next
comes back to that policy. Aider's is visible and mostly manual: they add the
files, it fills the remainder with a ranked guess.
Their build has this problem on day one and the packet does not solve it for
them. What gets sent, what gets refused, and what happens when the required
input alone will not fit are all their decisions to write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vertical bars: that is aider quoting source lines. Point at the
dots: that is everything it decided not to spend tokens on.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It is not "here is your repo," it is "here is as
much of your repo as fits," and whatever falls under the line is invisible to
the model.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on a small model the map often costs more than the files it was
guessing about.
This is why aider-practice turns it down. On a 4B with a small window the map
can eat a third of the budget to describe files the model then cannot see the
insides of anyway.
It is out of scope for the build. Say so here, so nobody spends week 4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block is new and it is the one they will not have met anywhere. It pays off
the budget slide: having decided what to send, the harness now has to send it
every single turn, because the model remembers nothing.
Keep it on the mechanism. Nobody needs Aider's flag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parts, one order, and the order is not arbitrary. Walk down it once.
The thing to land: none of this is stored anywhere on the model's side. Turn
twelve sends all seven parts again, and turn twelve costs more than turn one for
exactly that reason.
Their build assembles this same thing. The packet asks them to say what is in it
and in what order, which is a design decision rather than an implementation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idea in the block and it holds everywhere, on
ollama and on a hosted API alike. The server keeps the computed state for a
prefix it has seen. Send the same opening again and it picks up where it left
off. Change one token near the front and every token after it is recomputed.
Say plainly that this is not memory. Nothing is remembered between sessions.
It is an optimisation on repeated text, and it is the only reason a design that
re-sends everything every turn is affordable at all.
Hosted APIs expose it as an explicit marker; a local server does it
automatically over the longest prefix it recognises. Same rule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verified against the source, and the third is the one nobody guesses.
Ask mode is not a smaller version of code mode. It is a different system prompt
with the worked examples removed, and it sits at the very front, so flipping
between ask and code throws away the whole prefix and not just part of it.
Asking a quick question mid task is not free.
Adding a file changes the repo map as well as the file block, because files in
the chat come out of the map.
The third: by default the map is rebuilt from the filenames and identifiers
found in the message just typed. Mention a file in passing, the map changes, and
everything after it recomputes. Aider knows this, which is why turning caching
on quietly switches the map to a stabler refresh mode.
The habit worth giving them: settle the file set before starting, and keep a
question in its own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assembly order makes sense. It is sorted by how often each part changes,
stable first and volatile last, so the part that changes most often invalidates
the least behind it.
Edit a file and only the tail of the prefix recomputes. Put the file contents at
the front instead and every edit would throw away the whole thing.
This is a genuinely good piece of design and it generalises. When their build
decides what order to assemble a prompt in, the answer is not the order that
reads nicely, it is stable content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from the format for a moment. Whatever the model is asked to produce,
it is producing text, and the harness has to recover a machine-actionable
instruction from it. Search and replace blocks are one encoding of that. Function
calling is another. Tagged output is a third.
They all fail the same three ways: nothing parses, it parses but names something
that does not exist, or it parses and is wrong. Their error handling has to tell
those apart, because the recovery is different for each.
That is why the packet asks for match semantics and path validation as separate
requirements rather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block fails to apply, what comes back is not a message for the human. It
is written to be read by the model on the next turn: here is your block, here
are the lines it almost matched, and if the replacement text is already in the
file, a question asking whether the block was needed at all.
That reframing is worth the slide on its own. In a system whose only actuator is
text, an error message is another prompt, and its job is to make the next attempt
better rather than to describe what went wrong.
Aider will do this up to three times before giving up. Their build does not have
to retry at all, but it does have to decide, and the packet scores the failure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question once they understand the prefix: after an edit lands, does
the model get told, or does the text change under it? Both, and the second
matters more.
The file block is rebuilt from disk on every turn, so there is exactly one copy
of each file in the prompt and it is current. Aider also adds a sentence, in the
student's voice, saying it committed with a given hash.
The last line is worth saying out loud. A file they edit themselves in another
window is picked up on the next turn with no announcement at all. Nothing in the
transcript marks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consequence carefully, because this is where the room usually gets a
surprise.
Old copies of the file never pile up: that block is reassembled every turn. But
the model's replies stay in the history word for word, and those replies are
full of search blocks quoting the old text exactly. So the model's record of the
previous version is whatever it happened to quote, which is precisely the lines
it chose to change and nothing around them. A biased sample of the past.
Which explains the line in Aider's own prompt warning that other messages may
hold outdated contents. It is not defending against its own file blocks, it is
defending against the model's memory of its own edits, and all it can do is
issue an instruction and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Aider can send the model a note when an edit is undone, but only for a handful
of models, and the course configuration is not one of them. So on qwen the undo
is silent.
Put the pieces together with the room. The file reverts. The model is told
nothing. Its own search block for the edit that no longer exists is still in the
history. Ask it for a follow-up change built on that edit and the block will not
match, and the only feedback it gets is that the match failed.
This is the single clearest case of a harness failing to keep a model grounded,
and it is why their specification requires undo to be an owned, current-session
operation on a clean target. That requirement is not bureaucracy, it is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This slide carries the hackathon date and nothing else. The build deadline is on
the project slide, which is the only place a student should look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installs anything and nobody needs the network. The workspace opens with
the tools already pointed at the right place and their own repository in it.
The caption is the point of the slide and it connects straight back to the
budget block. The reference pack in the image is most of the Python
documentation, converted so a model can read it, and it is roughly eighty times
any context window in the room. It is split into parts small enough to add one
at a time.
So the exercise is not whether the documentation is available. It is which
pages, and choosing well is the difference between finishing and not. That is
the context budget with a grade attached.
Announce the room, the start time and the makeup path from the current staff
announcement. Do not invent any of them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number plainly, because the deck has never carried it and it changes
how they should prepare. One evening is worth twice the three-week build.
That is not a reason to spend less time on the build. It is the reason the build
has to be in a state they can add a feature to on demand: the hackathon prompt
asks for one feature on their own code, revealed in the room, and a student
whose repository does not run cannot start.
The bottom line is the whole preparation instruction. Keep something runnable
from now until the twenty-fourth. Anyone whose build is mid-refactor that
evening has a much worse two hours than anyone whose build is small and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They have spent two weeks driving a harness and the last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
The date under the caption is the only place in the deck a student sees the
build deadline. Say it out loud rather than skipping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Stage 1 and the thing most of them will get wrong by
starting with code. Nobody hands them a specification: they write their own
requirements, their own acceptance criteria, and their own increments.
The history is evidence, not bureaucracy. A design committed after the code it
describes earns nothing, and they cannot reconstruct it at the end.
An increment is not a commit and not a single change. It is a sizeable slice of
the build that they break out and define themselves, with an observable result,
its own scoped context and its own ordered tasks. Closest thing they have met is
an aider-practice lesson, except that here they write the lesson.
They choose how many there are and where the boundaries fall. The packet is
explicit about that and the rubric scores whether the set covers the whole build
in a sensible order, not whether there are many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requirements have to cover the configuration and execution contracts as
well as the seven features, with observable outcomes, edge cases and exclusions,
and each one has to trace to an acceptance criterion of their own.
The diagrams describe their system, not Aider. Copying this morning's picture
earns nothing. Mermaid is enough, labels have to be legible and accurate, and
there is no length requirement anywhere in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The one thing worth saying: a part they designed and
did not implement keeps its design credit as long as it is labelled.
Architecture credit includes explaining where tool execution, a replacement
endpoint client and a non-terminal interface would fit, without building them.
The last two rows are read from git history rather than from a document. Specs
before code is scored on commit order, and what changed and why is the
reconciliation between the design they started with and the system they
finished. A design that worked does not need an invented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points across two sections of 50. These are build points, not course-grade
percentages: the build is 4.5% of the course.
Functional correctness is the seven features, scored one row each in RUBRIC.md.
Half credit exists for behavior that partly works, so an unfinished feature is
not a zero.
Test count and coverage earn nothing by themselves. A test earns credit when it
asserts an outcome and isolates the filesystem. Weakening an assertion to turn
the suite green is scored as what it is.
Configuration sits inside F1's five points and is not a gate.
Staff read the repository snapshot at the deadline, run their own tests, and
work through ACCEPTANCE.md. There is no hidden suite and no requirement that is
not in SPEC.md. Routine tests use fakes rather than a live model; live checks
are documented separately and opt in, and an honestly reported failed live
attempt still earns its evidence points.
Send them to RUBRIC.md rather than reading rows aloud. It names the requirement
IDs each row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can be reconstructed the night before, which is why it is worth a
minute here. Commits and reconciliation are the last two scored rows on the
specification slide.
Sessions and model disclosure are required but score no points of their own.
They are what lets staff follow the rest of the evidence, so a submission
without them loses credit wherever a claim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the taught half, and the answer to a question some of them have been
holding for two weeks: why are we using this rather than the tool everyone talks
about.
Do not oversell Aider and do not apologise for it. The honest answer is that it
makes every decision visible, and that is worth more to somebody about to build
one than a smoother experience would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down the rows and resist making the left column win. Each line is the same
decision read from two sides, which is what a design trade-off actually is.
The right column is not a list of bugs. Every entry is a deliberate choice with
a reason behind it, and their build will make each of those choices again in
three weeks, mostly the same way, because the packet asks for the strict version
on purpose.
The one row worth expanding: forgetting between sessions is not a limitation of
the model, it is what every one of these tools does. Continuity is the harness
re-sending, which is the first thing they learned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and the reason this lab is worth two hours. All three rungs solve
the same problem, which is getting the right text in front of the model, and
they differ in who does the choosing.
Aider stands on the first two with the seams showing. A more automated tool
makes the same decisions without displaying them, which is exactly why it is a
worse thing to learn on and a better thing to use. Learn it where the joins are
visible, recognise it where they are hidden.
Stop at context. Who picks the next action is tomorrow's lecture and it has a
live demo for it, so do not pre-empt it here.
Then land the promise: everything on this slide is machinery, not magic, and by
December they will have written the third row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it comes after the ledger. The point is the arc, not a tour of
tools.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changes at each dot: first the
human is in the loop, then the model picks the tools, then it keeps state and
survives contact with real work.
Build advice that used to sit on this slide and still belongs in the room: one
small checkable result first, and keep the phase snapshots.
The Aider versus agentic CLI comparison that used to follow this slide is gone,
because L05 delivers exactly that the next day with a live demo behind it. Do
not reconstruct it here.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thing they hear before office hours, so land it and stop.
Name the two tools as a shape, not as a target to clone and not as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That is the useful half of the
slide this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2026-09-13T20:24:44Z</dcterms:created>
  <dcterms:modified xsi:type="dcterms:W3CDTF">2026-09-13T20:24:44Z</dcterms:modified>
</cp:coreProperties>
</file>