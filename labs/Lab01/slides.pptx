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now about context rather than a walkthrough of a whole turn
(instructor cuts 2026-09-13). Most of it is the repo map, because that is the
part nobody has met before and the part that quietly spends their budget.
Say up front that only the reply belongs to the model. Everything else in this
block is the harness deciding what the model gets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repo map.
The /add slide was cut on 2026-09-13 because they have been doing this for two
weeks. Two things it carried, worth saying if anyone asks rather than putting
back on the glass: added files can be rewritten while read-only files can only
be cited, and adding the whole package is not a selection strategy, it is a way
to spend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on a small model the map often costs more than the files it was
guessing about.
This is why aider-practice turns it down. On a 4B with a small window the map
can eat a third of the budget to describe files the model then cannot see the
insides of anyway.
It is out of scope for the build. Say so here, so nobody spends week 4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40 to 58. This is the reveal. They have spent two weeks driving a
harness and the last half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Increment specs are what an Aider session can actually execute: scoped context,
ordered tasks, a checkable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58 to 65. Short.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2026-09-13T18:37:00Z</dcterms:created>
  <dcterms:modified xsi:type="dcterms:W3CDTF">2026-09-13T18:37:00Z</dcterms:modified>
</cp:coreProperties>
</file>