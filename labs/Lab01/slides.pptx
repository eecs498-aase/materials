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in the next ten minutes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now about context rather than a walkthrough of a whole turn
(instructor cuts 2026-09-13). Most of it is the repo map, because that is the
part nobody has met before and the part that quietly spends their budget.
Say up front that only the reply belongs to the model. Everything else in this
block is the harness deciding what the model gets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change three files consistently, when
nothing has told it which three. That question sets up the repo map.
The /add slide was cut on 2026-09-13 because they have been doing this for two
weeks. Two things it carried, worth saying if anyone asks rather than putting
back on the glass: added files can be rewritten while read-only files can only
be cited, and adding the whole package is not a selection strategy, it is a way
to spend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on a small model the map often costs more than the files it was
guessing about.
This is why aider-practice turns it down. On a 4B with a small window the map
can eat a third of the budget to describe files the model then cannot see the
insides of anyway.
It is out of scope for the build. Say so here, so nobody spends week 4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The caption is the only place in the deck a student sees the build deadline, now
that the after-lab slide is gone. Do not skip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40 to 58. This is the reveal. They have spent two weeks driving a
harness and the last half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Increment specs are what an Aider session can actually execute: scoped context,
ordered tasks, a checkable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four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students lose points on by leaving it to the last evening,
because it cannot be reconstructed afterwards.
A design that worked does not need an invented failure. Say what the evidence
was. Differences between the initial and final design are worth credit when they
are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in total across the three sections. These are build points, not
course-grade percentages: the build is 4.5% of the course.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58 to 65. Short.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2026-09-13T13:59:55Z</dcterms:created>
  <dcterms:modified xsi:type="dcterms:W3CDTF">2026-09-13T13:59:55Z</dcterms:modified>
</cp:coreProperties>
</file>