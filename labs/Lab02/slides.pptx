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concrete goal for the work block. No new application or separate lab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Ten-minute intake. If design is incomplete, finish it before application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circulate during the long work block. Do not prescribe module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 plausible defect each assertion would catch. Supplied adapter tests earn no student test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Minutes 80–100. No live-model requirement for safety checks. Do not touch the development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fake transport for deterministic configuration checks. Aider and the application have separate YAML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ten minutes. Independent missing artifacts still lose their own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complete rubric and acceptance scenarios are in the student repository. Confirm event logistics through the course announcement.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Lab02: Supported build and verification</dc:title>
  <dc:subject>PptxGenJS Presentation</dc:subject>
  <dc:creator/>
  <cp:lastModifiedBy/>
  <cp:revision>1</cp:revision>
  <dcterms:created xsi:type="dcterms:W3CDTF">2026-09-09T18:15:15Z</dcterms:created>
  <dcterms:modified xsi:type="dcterms:W3CDTF">2026-09-09T18:15:15Z</dcterms:modified>
</cp:coreProperties>
</file>