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today is graded. Say that out loud, twice.
Staff intros in person, by name. Then straight to the survey - it takes ten
minutes and they can be doing it while you talk through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these out loud rather than putting them on the slide:
- Sign in with umich.edu.
- It asks for your GitHub username. No username, no repo on Tuesday.
- If your laptop can't serve a model, say so on the hardware questions. That
  answer is what gets you a machine that can. Responses stay editable.
While the room fills it in, talk through the next five slides. Don't start the
steps until most hands are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they fill in the survey. The pull is about 3 GB for the week-1 model; on
macOS opening the Ollama app replaces ollama serve. If your laptop can't take
it, the hardware questions on the survey are what get you a machine that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aider has no model inside. It's a client; you supply the server, which is why
the course costs nothing and why your model is a line of config rather than a
vendor. Don't preview L01 content here; today the tools just need to exist in
their heads.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talking here. From this point the room works and staff circulate.
Leave the deck up so they can page through it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the URL on the board: github.com/eecs498-aase/aider-ollama
HTTPS on purpose. Nobody sets up an SSH key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bin/check tests every hop between aider and the model. The one trap worth
naming out loud: a model with no settings entry gets a 2048-token context,
aider truncates your files, and the model starts inventing functions that
exist three lines further down. It reads as a stupid model. It's a
misconfiguration, and bin/check catches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install scripts instead of a download, because nobody is root on these
machines. The rest is steps 3 and 4 again with a model twice the size.
enable-linger, once, or logging out kills ollama serve and it reads as a crash.
Behind the scenes, not for the slide: home is NFS. Ollama and the models live
there on purpose, so a pull follows them to every machine. aider is the one
thing that cannot start from a network home, so bin/install-aider builds it on
the machine's local disk and leaves a launcher that rebuilds it, about a
minute, at a machine that does not have it. If someone asks why the first
`aider` at a new machine takes a minute, that is why. They never manage it.
There is a third arrangement, aider on your laptop against the CAEN GPU over an
SSH tunnel. It's in the README. Not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last line plainly. Week 2 is Labor Day, there is no lab, and the setup
gate is Fri Sep 11. Office hours are the venue between here and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last line plainly. Week 2 is Labor Day, there is no lab, and the setup
gate is Fri Sep 11. Office hours are the venue between here and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last line plainly. Week 2 is Labor Day, there is no lab, and the setup
gate is Fri Sep 11. Office hours are the venue between here and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last line plainly. Week 2 is Labor Day, there is no lab, and the setup
gate is Fri Sep 11. Office hours are the venue between here and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00: Setup Lab</dc:title>
  <dc:subject>EECS 498 AASE — Lab 00 (Setup Lab)
Applied Agentic Software Engineering, UMich Fall 2026
</dc:subject>
  <dc:creator/>
  <cp:lastModifiedBy/>
  <cp:revision>1</cp:revision>
  <dcterms:created xsi:type="dcterms:W3CDTF">2026-08-31T16:30:38Z</dcterms:created>
  <dcterms:modified xsi:type="dcterms:W3CDTF">2026-08-31T16:30:38Z</dcterms:modified>
</cp:coreProperties>
</file>