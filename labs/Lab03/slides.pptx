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 unfinished Stage 1 work before dependent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replacement starter or staff reference is handed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current Analyze assignment for schemas and stop conditions. Students choose internal interfaces.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included your own text-completion client. Preserve provider-independent YAML behavior and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deterministic checks before live endpoint testing. Git does not protect against arbitrary shell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retired single-pass exercise. Model policy covers design and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separate ten-point lab assignment. The Analyze rubric controls project grading.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Lab03: Build the agent: tools, function calling, and the loop</dc:title>
  <dc:subject>PptxGenJS Presentation</dc:subject>
  <dc:creator/>
  <cp:lastModifiedBy/>
  <cp:revision>1</cp:revision>
  <dcterms:created xsi:type="dcterms:W3CDTF">2026-09-09T23:04:16Z</dcterms:created>
  <dcterms:modified xsi:type="dcterms:W3CDTF">2026-09-09T23:04:16Z</dcterms:modified>
</cp:coreProperties>
</file>